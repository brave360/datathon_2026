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lus Jakarta Sans"/>
      <p:regular r:id="rId10"/>
      <p:bold r:id="rId11"/>
      <p:italic r:id="rId12"/>
      <p:boldItalic r:id="rId13"/>
    </p:embeddedFont>
    <p:embeddedFont>
      <p:font typeface="Inter Tigh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bold.fntdata"/><Relationship Id="rId10" Type="http://schemas.openxmlformats.org/officeDocument/2006/relationships/font" Target="fonts/PlusJakartaSans-regular.fntdata"/><Relationship Id="rId13" Type="http://schemas.openxmlformats.org/officeDocument/2006/relationships/font" Target="fonts/PlusJakartaSans-boldItalic.fntdata"/><Relationship Id="rId12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Tight-bold.fntdata"/><Relationship Id="rId14" Type="http://schemas.openxmlformats.org/officeDocument/2006/relationships/font" Target="fonts/InterTight-regular.fntdata"/><Relationship Id="rId17" Type="http://schemas.openxmlformats.org/officeDocument/2006/relationships/font" Target="fonts/InterTight-boldItalic.fntdata"/><Relationship Id="rId16" Type="http://schemas.openxmlformats.org/officeDocument/2006/relationships/font" Target="fonts/InterT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75160739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d75160739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d7516073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d7516073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75160739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d75160739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982275" y="1507425"/>
            <a:ext cx="5179500" cy="15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82375" y="3192628"/>
            <a:ext cx="51795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11" y="4"/>
            <a:ext cx="6343414" cy="923225"/>
            <a:chOff x="11" y="4"/>
            <a:chExt cx="6343414" cy="923225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5874325" y="132925"/>
              <a:ext cx="469100" cy="125100"/>
              <a:chOff x="4540000" y="294675"/>
              <a:chExt cx="469100" cy="125100"/>
            </a:xfrm>
          </p:grpSpPr>
          <p:sp>
            <p:nvSpPr>
              <p:cNvPr id="14" name="Google Shape;14;p2"/>
              <p:cNvSpPr/>
              <p:nvPr/>
            </p:nvSpPr>
            <p:spPr>
              <a:xfrm rot="-5400000">
                <a:off x="45316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5400000">
                <a:off x="47120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5400000">
                <a:off x="48924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10800000">
              <a:off x="11" y="4"/>
              <a:ext cx="436703" cy="923225"/>
              <a:chOff x="4794250" y="3765054"/>
              <a:chExt cx="436703" cy="923225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" name="Google Shape;25;p2"/>
          <p:cNvGrpSpPr/>
          <p:nvPr/>
        </p:nvGrpSpPr>
        <p:grpSpPr>
          <a:xfrm>
            <a:off x="1550610" y="1251964"/>
            <a:ext cx="8239015" cy="3802811"/>
            <a:chOff x="1550610" y="1251964"/>
            <a:chExt cx="8239015" cy="3802811"/>
          </a:xfrm>
        </p:grpSpPr>
        <p:grpSp>
          <p:nvGrpSpPr>
            <p:cNvPr id="26" name="Google Shape;26;p2"/>
            <p:cNvGrpSpPr/>
            <p:nvPr/>
          </p:nvGrpSpPr>
          <p:grpSpPr>
            <a:xfrm>
              <a:off x="8710525" y="1251964"/>
              <a:ext cx="1079100" cy="1079100"/>
              <a:chOff x="8359400" y="1569464"/>
              <a:chExt cx="1079100" cy="1079100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37" name="Google Shape;37;p2"/>
            <p:cNvGrpSpPr/>
            <p:nvPr/>
          </p:nvGrpSpPr>
          <p:grpSpPr>
            <a:xfrm>
              <a:off x="1550610" y="4704238"/>
              <a:ext cx="2095205" cy="350538"/>
              <a:chOff x="1550610" y="4704238"/>
              <a:chExt cx="2095205" cy="350538"/>
            </a:xfrm>
          </p:grpSpPr>
          <p:grpSp>
            <p:nvGrpSpPr>
              <p:cNvPr id="38" name="Google Shape;38;p2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39" name="Google Shape;39;p2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0" name="Google Shape;40;p2"/>
                <p:cNvCxnSpPr>
                  <a:stCxn id="39" idx="6"/>
                  <a:endCxn id="41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" name="Google Shape;41;p2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42" name="Google Shape;42;p2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3" name="Google Shape;43;p2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4" name="Google Shape;44;p2"/>
                <p:cNvCxnSpPr>
                  <a:stCxn id="43" idx="6"/>
                  <a:endCxn id="45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" name="Google Shape;45;p2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8" name="Google Shape;48;p3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2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3"/>
          <p:cNvSpPr txBox="1"/>
          <p:nvPr>
            <p:ph hasCustomPrompt="1" idx="2" type="title"/>
          </p:nvPr>
        </p:nvSpPr>
        <p:spPr>
          <a:xfrm>
            <a:off x="4079850" y="1430175"/>
            <a:ext cx="9843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50" name="Google Shape;50;p3"/>
          <p:cNvGrpSpPr/>
          <p:nvPr/>
        </p:nvGrpSpPr>
        <p:grpSpPr>
          <a:xfrm>
            <a:off x="-778550" y="67525"/>
            <a:ext cx="3966065" cy="4222464"/>
            <a:chOff x="-778550" y="67525"/>
            <a:chExt cx="3966065" cy="4222464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-778550" y="3210889"/>
              <a:ext cx="1079100" cy="1079100"/>
              <a:chOff x="8359400" y="1569464"/>
              <a:chExt cx="1079100" cy="1079100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62" name="Google Shape;62;p3"/>
            <p:cNvGrpSpPr/>
            <p:nvPr/>
          </p:nvGrpSpPr>
          <p:grpSpPr>
            <a:xfrm>
              <a:off x="1092310" y="67525"/>
              <a:ext cx="2095205" cy="350538"/>
              <a:chOff x="1550610" y="4704238"/>
              <a:chExt cx="2095205" cy="350538"/>
            </a:xfrm>
          </p:grpSpPr>
          <p:grpSp>
            <p:nvGrpSpPr>
              <p:cNvPr id="63" name="Google Shape;63;p3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64" name="Google Shape;64;p3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65" name="Google Shape;65;p3"/>
                <p:cNvCxnSpPr>
                  <a:stCxn id="64" idx="6"/>
                  <a:endCxn id="66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6" name="Google Shape;66;p3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67" name="Google Shape;67;p3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68" name="Google Shape;68;p3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69" name="Google Shape;69;p3"/>
                <p:cNvCxnSpPr>
                  <a:stCxn id="68" idx="6"/>
                  <a:endCxn id="70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0" name="Google Shape;70;p3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  <p:grpSp>
        <p:nvGrpSpPr>
          <p:cNvPr id="71" name="Google Shape;71;p3"/>
          <p:cNvGrpSpPr/>
          <p:nvPr/>
        </p:nvGrpSpPr>
        <p:grpSpPr>
          <a:xfrm>
            <a:off x="4256875" y="4"/>
            <a:ext cx="4890364" cy="4975596"/>
            <a:chOff x="4256875" y="4"/>
            <a:chExt cx="4890364" cy="4975596"/>
          </a:xfrm>
        </p:grpSpPr>
        <p:grpSp>
          <p:nvGrpSpPr>
            <p:cNvPr id="72" name="Google Shape;72;p3"/>
            <p:cNvGrpSpPr/>
            <p:nvPr/>
          </p:nvGrpSpPr>
          <p:grpSpPr>
            <a:xfrm flipH="1" rot="10800000">
              <a:off x="8710536" y="4"/>
              <a:ext cx="436703" cy="923225"/>
              <a:chOff x="4794250" y="3765054"/>
              <a:chExt cx="436703" cy="923225"/>
            </a:xfrm>
          </p:grpSpPr>
          <p:sp>
            <p:nvSpPr>
              <p:cNvPr id="73" name="Google Shape;73;p3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" name="Google Shape;80;p3"/>
            <p:cNvGrpSpPr/>
            <p:nvPr/>
          </p:nvGrpSpPr>
          <p:grpSpPr>
            <a:xfrm>
              <a:off x="4256875" y="4850500"/>
              <a:ext cx="469100" cy="125100"/>
              <a:chOff x="4540000" y="294675"/>
              <a:chExt cx="469100" cy="125100"/>
            </a:xfrm>
          </p:grpSpPr>
          <p:sp>
            <p:nvSpPr>
              <p:cNvPr id="81" name="Google Shape;81;p3"/>
              <p:cNvSpPr/>
              <p:nvPr/>
            </p:nvSpPr>
            <p:spPr>
              <a:xfrm rot="-5400000">
                <a:off x="45316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 rot="-5400000">
                <a:off x="47120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 rot="-5400000">
                <a:off x="48924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722375" y="1187600"/>
            <a:ext cx="7699200" cy="12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87" name="Google Shape;87;p4"/>
          <p:cNvGrpSpPr/>
          <p:nvPr/>
        </p:nvGrpSpPr>
        <p:grpSpPr>
          <a:xfrm>
            <a:off x="7711800" y="4876388"/>
            <a:ext cx="469100" cy="125100"/>
            <a:chOff x="4540000" y="294675"/>
            <a:chExt cx="469100" cy="125100"/>
          </a:xfrm>
        </p:grpSpPr>
        <p:sp>
          <p:nvSpPr>
            <p:cNvPr id="88" name="Google Shape;88;p4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91" name="Google Shape;91;p4"/>
          <p:cNvGrpSpPr/>
          <p:nvPr/>
        </p:nvGrpSpPr>
        <p:grpSpPr>
          <a:xfrm>
            <a:off x="5426123" y="94513"/>
            <a:ext cx="2095205" cy="350538"/>
            <a:chOff x="1550610" y="4704238"/>
            <a:chExt cx="2095205" cy="350538"/>
          </a:xfrm>
        </p:grpSpPr>
        <p:grpSp>
          <p:nvGrpSpPr>
            <p:cNvPr id="92" name="Google Shape;92;p4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94" name="Google Shape;94;p4"/>
              <p:cNvCxnSpPr>
                <a:stCxn id="93" idx="6"/>
                <a:endCxn id="95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" name="Google Shape;95;p4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96" name="Google Shape;96;p4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98" name="Google Shape;98;p4"/>
              <p:cNvCxnSpPr>
                <a:stCxn id="97" idx="6"/>
                <a:endCxn id="99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" name="Google Shape;99;p4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5"/>
          <p:cNvSpPr txBox="1"/>
          <p:nvPr>
            <p:ph idx="1" type="subTitle"/>
          </p:nvPr>
        </p:nvSpPr>
        <p:spPr>
          <a:xfrm>
            <a:off x="1137963" y="2838827"/>
            <a:ext cx="3010800" cy="1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5"/>
          <p:cNvSpPr txBox="1"/>
          <p:nvPr>
            <p:ph idx="2" type="subTitle"/>
          </p:nvPr>
        </p:nvSpPr>
        <p:spPr>
          <a:xfrm>
            <a:off x="4995237" y="2838827"/>
            <a:ext cx="3010800" cy="1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5"/>
          <p:cNvSpPr txBox="1"/>
          <p:nvPr>
            <p:ph idx="3" type="subTitle"/>
          </p:nvPr>
        </p:nvSpPr>
        <p:spPr>
          <a:xfrm>
            <a:off x="1137976" y="2518350"/>
            <a:ext cx="30108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5" name="Google Shape;105;p5"/>
          <p:cNvSpPr txBox="1"/>
          <p:nvPr>
            <p:ph idx="4" type="subTitle"/>
          </p:nvPr>
        </p:nvSpPr>
        <p:spPr>
          <a:xfrm>
            <a:off x="4995235" y="2518350"/>
            <a:ext cx="30108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106" name="Google Shape;106;p5"/>
          <p:cNvGrpSpPr/>
          <p:nvPr/>
        </p:nvGrpSpPr>
        <p:grpSpPr>
          <a:xfrm rot="-5400000">
            <a:off x="922756" y="-92435"/>
            <a:ext cx="264435" cy="665216"/>
            <a:chOff x="8625081" y="258015"/>
            <a:chExt cx="264435" cy="665216"/>
          </a:xfrm>
        </p:grpSpPr>
        <p:sp>
          <p:nvSpPr>
            <p:cNvPr id="107" name="Google Shape;107;p5"/>
            <p:cNvSpPr/>
            <p:nvPr/>
          </p:nvSpPr>
          <p:spPr>
            <a:xfrm>
              <a:off x="8625081" y="258014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8625081" y="658815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5"/>
          <p:cNvGrpSpPr/>
          <p:nvPr/>
        </p:nvGrpSpPr>
        <p:grpSpPr>
          <a:xfrm>
            <a:off x="88697" y="425289"/>
            <a:ext cx="9605028" cy="4642001"/>
            <a:chOff x="88697" y="425289"/>
            <a:chExt cx="9605028" cy="4642001"/>
          </a:xfrm>
        </p:grpSpPr>
        <p:grpSp>
          <p:nvGrpSpPr>
            <p:cNvPr id="110" name="Google Shape;110;p5"/>
            <p:cNvGrpSpPr/>
            <p:nvPr/>
          </p:nvGrpSpPr>
          <p:grpSpPr>
            <a:xfrm>
              <a:off x="88697" y="4245253"/>
              <a:ext cx="633676" cy="822037"/>
              <a:chOff x="6758847" y="2443353"/>
              <a:chExt cx="633676" cy="822037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6758847" y="2443353"/>
                <a:ext cx="633676" cy="446553"/>
              </a:xfrm>
              <a:custGeom>
                <a:rect b="b" l="l" r="r" t="t"/>
                <a:pathLst>
                  <a:path extrusionOk="0" h="446553" w="633676">
                    <a:moveTo>
                      <a:pt x="316886" y="446553"/>
                    </a:moveTo>
                    <a:lnTo>
                      <a:pt x="316886" y="446553"/>
                    </a:lnTo>
                    <a:cubicBezTo>
                      <a:pt x="141862" y="446553"/>
                      <a:pt x="0" y="304701"/>
                      <a:pt x="0" y="129785"/>
                    </a:cubicBezTo>
                    <a:lnTo>
                      <a:pt x="0" y="0"/>
                    </a:lnTo>
                    <a:lnTo>
                      <a:pt x="633677" y="0"/>
                    </a:lnTo>
                    <a:lnTo>
                      <a:pt x="633677" y="129785"/>
                    </a:lnTo>
                    <a:cubicBezTo>
                      <a:pt x="633677" y="304796"/>
                      <a:pt x="491814" y="446553"/>
                      <a:pt x="316886" y="44655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6758847" y="2818742"/>
                <a:ext cx="633676" cy="446648"/>
              </a:xfrm>
              <a:custGeom>
                <a:rect b="b" l="l" r="r" t="t"/>
                <a:pathLst>
                  <a:path extrusionOk="0" h="446648" w="633676">
                    <a:moveTo>
                      <a:pt x="316886" y="0"/>
                    </a:moveTo>
                    <a:lnTo>
                      <a:pt x="316886" y="0"/>
                    </a:lnTo>
                    <a:cubicBezTo>
                      <a:pt x="141862" y="0"/>
                      <a:pt x="0" y="141852"/>
                      <a:pt x="0" y="316863"/>
                    </a:cubicBezTo>
                    <a:lnTo>
                      <a:pt x="0" y="446648"/>
                    </a:lnTo>
                    <a:lnTo>
                      <a:pt x="633677" y="446648"/>
                    </a:lnTo>
                    <a:lnTo>
                      <a:pt x="633677" y="316863"/>
                    </a:lnTo>
                    <a:cubicBezTo>
                      <a:pt x="633677" y="141852"/>
                      <a:pt x="491814" y="0"/>
                      <a:pt x="31688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5"/>
            <p:cNvGrpSpPr/>
            <p:nvPr/>
          </p:nvGrpSpPr>
          <p:grpSpPr>
            <a:xfrm>
              <a:off x="8614625" y="425289"/>
              <a:ext cx="1079100" cy="1079100"/>
              <a:chOff x="8359400" y="1569464"/>
              <a:chExt cx="1079100" cy="1079100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20" name="Google Shape;120;p5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6" name="Google Shape;126;p6"/>
          <p:cNvGrpSpPr/>
          <p:nvPr/>
        </p:nvGrpSpPr>
        <p:grpSpPr>
          <a:xfrm>
            <a:off x="5188075" y="-539611"/>
            <a:ext cx="3879723" cy="5606901"/>
            <a:chOff x="5188075" y="-539611"/>
            <a:chExt cx="3879723" cy="5606901"/>
          </a:xfrm>
        </p:grpSpPr>
        <p:grpSp>
          <p:nvGrpSpPr>
            <p:cNvPr id="127" name="Google Shape;127;p6"/>
            <p:cNvGrpSpPr/>
            <p:nvPr/>
          </p:nvGrpSpPr>
          <p:grpSpPr>
            <a:xfrm>
              <a:off x="8434122" y="4245253"/>
              <a:ext cx="633676" cy="822037"/>
              <a:chOff x="6758847" y="2443353"/>
              <a:chExt cx="633676" cy="822037"/>
            </a:xfrm>
          </p:grpSpPr>
          <p:sp>
            <p:nvSpPr>
              <p:cNvPr id="128" name="Google Shape;128;p6"/>
              <p:cNvSpPr/>
              <p:nvPr/>
            </p:nvSpPr>
            <p:spPr>
              <a:xfrm>
                <a:off x="6758847" y="2443353"/>
                <a:ext cx="633676" cy="446553"/>
              </a:xfrm>
              <a:custGeom>
                <a:rect b="b" l="l" r="r" t="t"/>
                <a:pathLst>
                  <a:path extrusionOk="0" h="446553" w="633676">
                    <a:moveTo>
                      <a:pt x="316886" y="446553"/>
                    </a:moveTo>
                    <a:lnTo>
                      <a:pt x="316886" y="446553"/>
                    </a:lnTo>
                    <a:cubicBezTo>
                      <a:pt x="141862" y="446553"/>
                      <a:pt x="0" y="304701"/>
                      <a:pt x="0" y="129785"/>
                    </a:cubicBezTo>
                    <a:lnTo>
                      <a:pt x="0" y="0"/>
                    </a:lnTo>
                    <a:lnTo>
                      <a:pt x="633677" y="0"/>
                    </a:lnTo>
                    <a:lnTo>
                      <a:pt x="633677" y="129785"/>
                    </a:lnTo>
                    <a:cubicBezTo>
                      <a:pt x="633677" y="304796"/>
                      <a:pt x="491814" y="446553"/>
                      <a:pt x="316886" y="44655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6758847" y="2818742"/>
                <a:ext cx="633676" cy="446648"/>
              </a:xfrm>
              <a:custGeom>
                <a:rect b="b" l="l" r="r" t="t"/>
                <a:pathLst>
                  <a:path extrusionOk="0" h="446648" w="633676">
                    <a:moveTo>
                      <a:pt x="316886" y="0"/>
                    </a:moveTo>
                    <a:lnTo>
                      <a:pt x="316886" y="0"/>
                    </a:lnTo>
                    <a:cubicBezTo>
                      <a:pt x="141862" y="0"/>
                      <a:pt x="0" y="141852"/>
                      <a:pt x="0" y="316863"/>
                    </a:cubicBezTo>
                    <a:lnTo>
                      <a:pt x="0" y="446648"/>
                    </a:lnTo>
                    <a:lnTo>
                      <a:pt x="633677" y="446648"/>
                    </a:lnTo>
                    <a:lnTo>
                      <a:pt x="633677" y="316863"/>
                    </a:lnTo>
                    <a:cubicBezTo>
                      <a:pt x="633677" y="141852"/>
                      <a:pt x="491814" y="0"/>
                      <a:pt x="31688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6"/>
            <p:cNvGrpSpPr/>
            <p:nvPr/>
          </p:nvGrpSpPr>
          <p:grpSpPr>
            <a:xfrm>
              <a:off x="5188075" y="-539611"/>
              <a:ext cx="1079100" cy="1079100"/>
              <a:chOff x="8359400" y="1569464"/>
              <a:chExt cx="1079100" cy="1079100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141" name="Google Shape;141;p6"/>
          <p:cNvGrpSpPr/>
          <p:nvPr/>
        </p:nvGrpSpPr>
        <p:grpSpPr>
          <a:xfrm rot="10800000">
            <a:off x="563675" y="4814550"/>
            <a:ext cx="469100" cy="125100"/>
            <a:chOff x="4540000" y="294675"/>
            <a:chExt cx="469100" cy="125100"/>
          </a:xfrm>
        </p:grpSpPr>
        <p:sp>
          <p:nvSpPr>
            <p:cNvPr id="142" name="Google Shape;142;p6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237400" y="230425"/>
            <a:ext cx="4574400" cy="4680000"/>
          </a:xfrm>
          <a:prstGeom prst="roundRect">
            <a:avLst>
              <a:gd fmla="val 312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" name="Google Shape;147;p7"/>
          <p:cNvSpPr txBox="1"/>
          <p:nvPr>
            <p:ph type="title"/>
          </p:nvPr>
        </p:nvSpPr>
        <p:spPr>
          <a:xfrm>
            <a:off x="722375" y="539500"/>
            <a:ext cx="384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722375" y="2252550"/>
            <a:ext cx="3849600" cy="17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7"/>
          <p:cNvSpPr/>
          <p:nvPr>
            <p:ph idx="2" type="pic"/>
          </p:nvPr>
        </p:nvSpPr>
        <p:spPr>
          <a:xfrm>
            <a:off x="5036700" y="231700"/>
            <a:ext cx="3849600" cy="4680000"/>
          </a:xfrm>
          <a:prstGeom prst="roundRect">
            <a:avLst>
              <a:gd fmla="val 5084" name="adj"/>
            </a:avLst>
          </a:prstGeom>
          <a:noFill/>
          <a:ln>
            <a:noFill/>
          </a:ln>
        </p:spPr>
      </p:sp>
      <p:grpSp>
        <p:nvGrpSpPr>
          <p:cNvPr id="150" name="Google Shape;150;p7"/>
          <p:cNvGrpSpPr/>
          <p:nvPr/>
        </p:nvGrpSpPr>
        <p:grpSpPr>
          <a:xfrm>
            <a:off x="383975" y="4834938"/>
            <a:ext cx="469100" cy="125100"/>
            <a:chOff x="4540000" y="294675"/>
            <a:chExt cx="469100" cy="125100"/>
          </a:xfrm>
        </p:grpSpPr>
        <p:sp>
          <p:nvSpPr>
            <p:cNvPr id="151" name="Google Shape;151;p7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154" name="Google Shape;154;p7"/>
          <p:cNvGrpSpPr/>
          <p:nvPr/>
        </p:nvGrpSpPr>
        <p:grpSpPr>
          <a:xfrm>
            <a:off x="2116735" y="94513"/>
            <a:ext cx="2095205" cy="350538"/>
            <a:chOff x="1550610" y="4704238"/>
            <a:chExt cx="2095205" cy="350538"/>
          </a:xfrm>
        </p:grpSpPr>
        <p:grpSp>
          <p:nvGrpSpPr>
            <p:cNvPr id="155" name="Google Shape;155;p7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157" name="Google Shape;157;p7"/>
              <p:cNvCxnSpPr>
                <a:stCxn id="156" idx="6"/>
                <a:endCxn id="158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8" name="Google Shape;158;p7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159" name="Google Shape;159;p7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160" name="Google Shape;160;p7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161" name="Google Shape;161;p7"/>
              <p:cNvCxnSpPr>
                <a:stCxn id="160" idx="6"/>
                <a:endCxn id="162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2" name="Google Shape;162;p7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5" name="Google Shape;165;p8"/>
          <p:cNvSpPr txBox="1"/>
          <p:nvPr>
            <p:ph type="title"/>
          </p:nvPr>
        </p:nvSpPr>
        <p:spPr>
          <a:xfrm>
            <a:off x="1881150" y="1028700"/>
            <a:ext cx="5381700" cy="308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66" name="Google Shape;166;p8"/>
          <p:cNvGrpSpPr/>
          <p:nvPr/>
        </p:nvGrpSpPr>
        <p:grpSpPr>
          <a:xfrm>
            <a:off x="1257548" y="94513"/>
            <a:ext cx="2095205" cy="350538"/>
            <a:chOff x="1550610" y="4704238"/>
            <a:chExt cx="2095205" cy="350538"/>
          </a:xfrm>
        </p:grpSpPr>
        <p:grpSp>
          <p:nvGrpSpPr>
            <p:cNvPr id="167" name="Google Shape;167;p8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169" name="Google Shape;169;p8"/>
              <p:cNvCxnSpPr>
                <a:stCxn id="168" idx="6"/>
                <a:endCxn id="170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0" name="Google Shape;170;p8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171" name="Google Shape;171;p8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172" name="Google Shape;172;p8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173" name="Google Shape;173;p8"/>
              <p:cNvCxnSpPr>
                <a:stCxn id="172" idx="6"/>
                <a:endCxn id="174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" name="Google Shape;174;p8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175" name="Google Shape;175;p8"/>
          <p:cNvGrpSpPr/>
          <p:nvPr/>
        </p:nvGrpSpPr>
        <p:grpSpPr>
          <a:xfrm>
            <a:off x="8710536" y="4220279"/>
            <a:ext cx="436703" cy="923225"/>
            <a:chOff x="4794250" y="3765054"/>
            <a:chExt cx="436703" cy="923225"/>
          </a:xfrm>
        </p:grpSpPr>
        <p:sp>
          <p:nvSpPr>
            <p:cNvPr id="176" name="Google Shape;176;p8"/>
            <p:cNvSpPr/>
            <p:nvPr/>
          </p:nvSpPr>
          <p:spPr>
            <a:xfrm>
              <a:off x="4794250" y="3765054"/>
              <a:ext cx="436703" cy="492633"/>
            </a:xfrm>
            <a:custGeom>
              <a:rect b="b" l="l" r="r" t="t"/>
              <a:pathLst>
                <a:path extrusionOk="0" h="492633" w="436703">
                  <a:moveTo>
                    <a:pt x="436704" y="0"/>
                  </a:moveTo>
                  <a:lnTo>
                    <a:pt x="0" y="438477"/>
                  </a:lnTo>
                  <a:lnTo>
                    <a:pt x="0" y="492634"/>
                  </a:lnTo>
                  <a:lnTo>
                    <a:pt x="436704" y="54061"/>
                  </a:lnTo>
                  <a:lnTo>
                    <a:pt x="436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4794250" y="3889234"/>
              <a:ext cx="436703" cy="492633"/>
            </a:xfrm>
            <a:custGeom>
              <a:rect b="b" l="l" r="r" t="t"/>
              <a:pathLst>
                <a:path extrusionOk="0" h="492633" w="436703">
                  <a:moveTo>
                    <a:pt x="0" y="438477"/>
                  </a:moveTo>
                  <a:lnTo>
                    <a:pt x="0" y="492633"/>
                  </a:lnTo>
                  <a:lnTo>
                    <a:pt x="436704" y="54061"/>
                  </a:lnTo>
                  <a:lnTo>
                    <a:pt x="436704" y="0"/>
                  </a:lnTo>
                  <a:lnTo>
                    <a:pt x="0" y="4384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4794250" y="4013414"/>
              <a:ext cx="436703" cy="492633"/>
            </a:xfrm>
            <a:custGeom>
              <a:rect b="b" l="l" r="r" t="t"/>
              <a:pathLst>
                <a:path extrusionOk="0" h="492633" w="436703">
                  <a:moveTo>
                    <a:pt x="0" y="438572"/>
                  </a:moveTo>
                  <a:lnTo>
                    <a:pt x="0" y="492634"/>
                  </a:lnTo>
                  <a:lnTo>
                    <a:pt x="436704" y="54061"/>
                  </a:lnTo>
                  <a:lnTo>
                    <a:pt x="436704" y="0"/>
                  </a:lnTo>
                  <a:lnTo>
                    <a:pt x="0" y="4385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4794250" y="4137594"/>
              <a:ext cx="436703" cy="492633"/>
            </a:xfrm>
            <a:custGeom>
              <a:rect b="b" l="l" r="r" t="t"/>
              <a:pathLst>
                <a:path extrusionOk="0" h="492633" w="436703">
                  <a:moveTo>
                    <a:pt x="0" y="438572"/>
                  </a:moveTo>
                  <a:lnTo>
                    <a:pt x="0" y="492633"/>
                  </a:lnTo>
                  <a:lnTo>
                    <a:pt x="436704" y="54156"/>
                  </a:lnTo>
                  <a:lnTo>
                    <a:pt x="436704" y="0"/>
                  </a:lnTo>
                  <a:lnTo>
                    <a:pt x="0" y="4385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4806317" y="4261773"/>
              <a:ext cx="424636" cy="426505"/>
            </a:xfrm>
            <a:custGeom>
              <a:rect b="b" l="l" r="r" t="t"/>
              <a:pathLst>
                <a:path extrusionOk="0" h="426505" w="424636">
                  <a:moveTo>
                    <a:pt x="0" y="426506"/>
                  </a:moveTo>
                  <a:lnTo>
                    <a:pt x="53875" y="426506"/>
                  </a:lnTo>
                  <a:lnTo>
                    <a:pt x="424637" y="54061"/>
                  </a:lnTo>
                  <a:lnTo>
                    <a:pt x="424637" y="0"/>
                  </a:lnTo>
                  <a:lnTo>
                    <a:pt x="0" y="4265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4929936" y="4385953"/>
              <a:ext cx="301017" cy="302325"/>
            </a:xfrm>
            <a:custGeom>
              <a:rect b="b" l="l" r="r" t="t"/>
              <a:pathLst>
                <a:path extrusionOk="0" h="302325" w="301017">
                  <a:moveTo>
                    <a:pt x="0" y="302326"/>
                  </a:moveTo>
                  <a:lnTo>
                    <a:pt x="53875" y="302326"/>
                  </a:lnTo>
                  <a:lnTo>
                    <a:pt x="301018" y="54156"/>
                  </a:lnTo>
                  <a:lnTo>
                    <a:pt x="301018" y="0"/>
                  </a:lnTo>
                  <a:lnTo>
                    <a:pt x="0" y="3023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5053554" y="4510133"/>
              <a:ext cx="177399" cy="178146"/>
            </a:xfrm>
            <a:custGeom>
              <a:rect b="b" l="l" r="r" t="t"/>
              <a:pathLst>
                <a:path extrusionOk="0" h="178146" w="177399">
                  <a:moveTo>
                    <a:pt x="0" y="178146"/>
                  </a:moveTo>
                  <a:lnTo>
                    <a:pt x="53875" y="178146"/>
                  </a:lnTo>
                  <a:lnTo>
                    <a:pt x="177399" y="54157"/>
                  </a:lnTo>
                  <a:lnTo>
                    <a:pt x="177399" y="0"/>
                  </a:lnTo>
                  <a:lnTo>
                    <a:pt x="0" y="1781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5" name="Google Shape;185;p9"/>
          <p:cNvSpPr txBox="1"/>
          <p:nvPr>
            <p:ph type="title"/>
          </p:nvPr>
        </p:nvSpPr>
        <p:spPr>
          <a:xfrm>
            <a:off x="2549400" y="1509325"/>
            <a:ext cx="4045200" cy="8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6" name="Google Shape;186;p9"/>
          <p:cNvSpPr txBox="1"/>
          <p:nvPr>
            <p:ph idx="1" type="subTitle"/>
          </p:nvPr>
        </p:nvSpPr>
        <p:spPr>
          <a:xfrm>
            <a:off x="2549400" y="2399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187" name="Google Shape;187;p9"/>
          <p:cNvGrpSpPr/>
          <p:nvPr/>
        </p:nvGrpSpPr>
        <p:grpSpPr>
          <a:xfrm>
            <a:off x="383975" y="4834938"/>
            <a:ext cx="469100" cy="125100"/>
            <a:chOff x="4540000" y="294675"/>
            <a:chExt cx="469100" cy="125100"/>
          </a:xfrm>
        </p:grpSpPr>
        <p:sp>
          <p:nvSpPr>
            <p:cNvPr id="188" name="Google Shape;188;p9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191" name="Google Shape;191;p9"/>
          <p:cNvGrpSpPr/>
          <p:nvPr/>
        </p:nvGrpSpPr>
        <p:grpSpPr>
          <a:xfrm>
            <a:off x="88697" y="128478"/>
            <a:ext cx="9605028" cy="1375911"/>
            <a:chOff x="88697" y="128478"/>
            <a:chExt cx="9605028" cy="1375911"/>
          </a:xfrm>
        </p:grpSpPr>
        <p:grpSp>
          <p:nvGrpSpPr>
            <p:cNvPr id="192" name="Google Shape;192;p9"/>
            <p:cNvGrpSpPr/>
            <p:nvPr/>
          </p:nvGrpSpPr>
          <p:grpSpPr>
            <a:xfrm>
              <a:off x="88697" y="128478"/>
              <a:ext cx="633676" cy="822037"/>
              <a:chOff x="6758847" y="-1673422"/>
              <a:chExt cx="633676" cy="822037"/>
            </a:xfrm>
          </p:grpSpPr>
          <p:sp>
            <p:nvSpPr>
              <p:cNvPr id="193" name="Google Shape;193;p9"/>
              <p:cNvSpPr/>
              <p:nvPr/>
            </p:nvSpPr>
            <p:spPr>
              <a:xfrm>
                <a:off x="6758847" y="-1673422"/>
                <a:ext cx="633676" cy="446553"/>
              </a:xfrm>
              <a:custGeom>
                <a:rect b="b" l="l" r="r" t="t"/>
                <a:pathLst>
                  <a:path extrusionOk="0" h="446553" w="633676">
                    <a:moveTo>
                      <a:pt x="316886" y="446553"/>
                    </a:moveTo>
                    <a:lnTo>
                      <a:pt x="316886" y="446553"/>
                    </a:lnTo>
                    <a:cubicBezTo>
                      <a:pt x="141862" y="446553"/>
                      <a:pt x="0" y="304701"/>
                      <a:pt x="0" y="129785"/>
                    </a:cubicBezTo>
                    <a:lnTo>
                      <a:pt x="0" y="0"/>
                    </a:lnTo>
                    <a:lnTo>
                      <a:pt x="633677" y="0"/>
                    </a:lnTo>
                    <a:lnTo>
                      <a:pt x="633677" y="129785"/>
                    </a:lnTo>
                    <a:cubicBezTo>
                      <a:pt x="633677" y="304796"/>
                      <a:pt x="491814" y="446553"/>
                      <a:pt x="316886" y="44655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6758847" y="-1298033"/>
                <a:ext cx="633676" cy="446648"/>
              </a:xfrm>
              <a:custGeom>
                <a:rect b="b" l="l" r="r" t="t"/>
                <a:pathLst>
                  <a:path extrusionOk="0" h="446648" w="633676">
                    <a:moveTo>
                      <a:pt x="316886" y="0"/>
                    </a:moveTo>
                    <a:lnTo>
                      <a:pt x="316886" y="0"/>
                    </a:lnTo>
                    <a:cubicBezTo>
                      <a:pt x="141862" y="0"/>
                      <a:pt x="0" y="141852"/>
                      <a:pt x="0" y="316863"/>
                    </a:cubicBezTo>
                    <a:lnTo>
                      <a:pt x="0" y="446648"/>
                    </a:lnTo>
                    <a:lnTo>
                      <a:pt x="633677" y="446648"/>
                    </a:lnTo>
                    <a:lnTo>
                      <a:pt x="633677" y="316863"/>
                    </a:lnTo>
                    <a:cubicBezTo>
                      <a:pt x="633677" y="141852"/>
                      <a:pt x="491814" y="0"/>
                      <a:pt x="31688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5" name="Google Shape;195;p9"/>
            <p:cNvGrpSpPr/>
            <p:nvPr/>
          </p:nvGrpSpPr>
          <p:grpSpPr>
            <a:xfrm>
              <a:off x="8614625" y="425289"/>
              <a:ext cx="1079100" cy="1079100"/>
              <a:chOff x="8359400" y="1569464"/>
              <a:chExt cx="1079100" cy="1079100"/>
            </a:xfrm>
          </p:grpSpPr>
          <p:sp>
            <p:nvSpPr>
              <p:cNvPr id="196" name="Google Shape;196;p9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10"/>
          <p:cNvSpPr txBox="1"/>
          <p:nvPr>
            <p:ph type="title"/>
          </p:nvPr>
        </p:nvSpPr>
        <p:spPr>
          <a:xfrm>
            <a:off x="4974925" y="3651550"/>
            <a:ext cx="3446700" cy="7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1" name="Google Shape;211;p11"/>
          <p:cNvSpPr txBox="1"/>
          <p:nvPr>
            <p:ph hasCustomPrompt="1" type="title"/>
          </p:nvPr>
        </p:nvSpPr>
        <p:spPr>
          <a:xfrm>
            <a:off x="3250700" y="1772588"/>
            <a:ext cx="2642400" cy="113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2" name="Google Shape;212;p11"/>
          <p:cNvSpPr txBox="1"/>
          <p:nvPr>
            <p:ph idx="1" type="subTitle"/>
          </p:nvPr>
        </p:nvSpPr>
        <p:spPr>
          <a:xfrm>
            <a:off x="2138450" y="2909288"/>
            <a:ext cx="4866900" cy="5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3" name="Google Shape;213;p11"/>
          <p:cNvGrpSpPr/>
          <p:nvPr/>
        </p:nvGrpSpPr>
        <p:grpSpPr>
          <a:xfrm>
            <a:off x="5179575" y="167875"/>
            <a:ext cx="469100" cy="125100"/>
            <a:chOff x="4540000" y="294675"/>
            <a:chExt cx="469100" cy="125100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" name="Google Shape;215;p11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" name="Google Shape;216;p11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217" name="Google Shape;217;p11"/>
          <p:cNvGrpSpPr/>
          <p:nvPr/>
        </p:nvGrpSpPr>
        <p:grpSpPr>
          <a:xfrm>
            <a:off x="389805" y="382833"/>
            <a:ext cx="469058" cy="448115"/>
            <a:chOff x="5348931" y="2165350"/>
            <a:chExt cx="962763" cy="919776"/>
          </a:xfrm>
        </p:grpSpPr>
        <p:sp>
          <p:nvSpPr>
            <p:cNvPr id="218" name="Google Shape;218;p11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1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11"/>
          <p:cNvGrpSpPr/>
          <p:nvPr/>
        </p:nvGrpSpPr>
        <p:grpSpPr>
          <a:xfrm>
            <a:off x="8547556" y="4169015"/>
            <a:ext cx="264435" cy="665216"/>
            <a:chOff x="8625081" y="258015"/>
            <a:chExt cx="264435" cy="665216"/>
          </a:xfrm>
        </p:grpSpPr>
        <p:sp>
          <p:nvSpPr>
            <p:cNvPr id="249" name="Google Shape;249;p11"/>
            <p:cNvSpPr/>
            <p:nvPr/>
          </p:nvSpPr>
          <p:spPr>
            <a:xfrm>
              <a:off x="8625081" y="258014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8625081" y="658815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4" name="Google Shape;254;p13"/>
          <p:cNvSpPr txBox="1"/>
          <p:nvPr>
            <p:ph hasCustomPrompt="1" type="title"/>
          </p:nvPr>
        </p:nvSpPr>
        <p:spPr>
          <a:xfrm>
            <a:off x="2544263" y="1701725"/>
            <a:ext cx="5664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2" type="title"/>
          </p:nvPr>
        </p:nvSpPr>
        <p:spPr>
          <a:xfrm>
            <a:off x="6000958" y="1701725"/>
            <a:ext cx="5664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3" type="title"/>
          </p:nvPr>
        </p:nvSpPr>
        <p:spPr>
          <a:xfrm>
            <a:off x="2544263" y="3551250"/>
            <a:ext cx="5664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4" type="title"/>
          </p:nvPr>
        </p:nvSpPr>
        <p:spPr>
          <a:xfrm>
            <a:off x="6000958" y="3551250"/>
            <a:ext cx="5664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idx="1" type="subTitle"/>
          </p:nvPr>
        </p:nvSpPr>
        <p:spPr>
          <a:xfrm>
            <a:off x="1502813" y="2156150"/>
            <a:ext cx="26493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9" name="Google Shape;259;p13"/>
          <p:cNvSpPr txBox="1"/>
          <p:nvPr>
            <p:ph idx="5" type="subTitle"/>
          </p:nvPr>
        </p:nvSpPr>
        <p:spPr>
          <a:xfrm>
            <a:off x="4959508" y="2156150"/>
            <a:ext cx="26493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0" name="Google Shape;260;p13"/>
          <p:cNvSpPr txBox="1"/>
          <p:nvPr>
            <p:ph idx="6" type="subTitle"/>
          </p:nvPr>
        </p:nvSpPr>
        <p:spPr>
          <a:xfrm>
            <a:off x="1502813" y="4005675"/>
            <a:ext cx="26493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1" name="Google Shape;261;p13"/>
          <p:cNvSpPr txBox="1"/>
          <p:nvPr>
            <p:ph idx="7" type="subTitle"/>
          </p:nvPr>
        </p:nvSpPr>
        <p:spPr>
          <a:xfrm>
            <a:off x="4959508" y="4005675"/>
            <a:ext cx="26493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2" name="Google Shape;262;p13"/>
          <p:cNvSpPr txBox="1"/>
          <p:nvPr>
            <p:ph idx="8" type="title"/>
          </p:nvPr>
        </p:nvSpPr>
        <p:spPr>
          <a:xfrm>
            <a:off x="722400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63" name="Google Shape;263;p13"/>
          <p:cNvGrpSpPr/>
          <p:nvPr/>
        </p:nvGrpSpPr>
        <p:grpSpPr>
          <a:xfrm>
            <a:off x="-428075" y="110513"/>
            <a:ext cx="9242538" cy="4723723"/>
            <a:chOff x="-428075" y="110513"/>
            <a:chExt cx="9242538" cy="4723723"/>
          </a:xfrm>
        </p:grpSpPr>
        <p:grpSp>
          <p:nvGrpSpPr>
            <p:cNvPr id="264" name="Google Shape;264;p13"/>
            <p:cNvGrpSpPr/>
            <p:nvPr/>
          </p:nvGrpSpPr>
          <p:grpSpPr>
            <a:xfrm>
              <a:off x="-428075" y="2429114"/>
              <a:ext cx="1079100" cy="1079100"/>
              <a:chOff x="8359400" y="1569464"/>
              <a:chExt cx="1079100" cy="1079100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275" name="Google Shape;275;p13"/>
            <p:cNvGrpSpPr/>
            <p:nvPr/>
          </p:nvGrpSpPr>
          <p:grpSpPr>
            <a:xfrm>
              <a:off x="5718835" y="110513"/>
              <a:ext cx="2095205" cy="350538"/>
              <a:chOff x="1550610" y="4704238"/>
              <a:chExt cx="2095205" cy="350538"/>
            </a:xfrm>
          </p:grpSpPr>
          <p:grpSp>
            <p:nvGrpSpPr>
              <p:cNvPr id="276" name="Google Shape;276;p13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277" name="Google Shape;277;p13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278" name="Google Shape;278;p13"/>
                <p:cNvCxnSpPr>
                  <a:stCxn id="277" idx="6"/>
                  <a:endCxn id="27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9" name="Google Shape;279;p13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280" name="Google Shape;280;p13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281" name="Google Shape;281;p13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282" name="Google Shape;282;p13"/>
                <p:cNvCxnSpPr>
                  <a:stCxn id="281" idx="6"/>
                  <a:endCxn id="283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3" name="Google Shape;283;p13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  <p:grpSp>
          <p:nvGrpSpPr>
            <p:cNvPr id="284" name="Google Shape;284;p13"/>
            <p:cNvGrpSpPr/>
            <p:nvPr/>
          </p:nvGrpSpPr>
          <p:grpSpPr>
            <a:xfrm>
              <a:off x="8345405" y="4386121"/>
              <a:ext cx="469058" cy="448115"/>
              <a:chOff x="5348931" y="2165350"/>
              <a:chExt cx="962763" cy="919776"/>
            </a:xfrm>
          </p:grpSpPr>
          <p:sp>
            <p:nvSpPr>
              <p:cNvPr id="285" name="Google Shape;285;p13"/>
              <p:cNvSpPr/>
              <p:nvPr/>
            </p:nvSpPr>
            <p:spPr>
              <a:xfrm>
                <a:off x="5801538" y="2181881"/>
                <a:ext cx="67652" cy="400662"/>
              </a:xfrm>
              <a:custGeom>
                <a:rect b="b" l="l" r="r" t="t"/>
                <a:pathLst>
                  <a:path extrusionOk="0" h="400662" w="67652">
                    <a:moveTo>
                      <a:pt x="0" y="400663"/>
                    </a:moveTo>
                    <a:lnTo>
                      <a:pt x="67653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5852753" y="2165350"/>
                <a:ext cx="33066" cy="33063"/>
              </a:xfrm>
              <a:custGeom>
                <a:rect b="b" l="l" r="r" t="t"/>
                <a:pathLst>
                  <a:path extrusionOk="0" h="33063" w="33066">
                    <a:moveTo>
                      <a:pt x="33066" y="16532"/>
                    </a:moveTo>
                    <a:cubicBezTo>
                      <a:pt x="33066" y="7411"/>
                      <a:pt x="25655" y="0"/>
                      <a:pt x="16533" y="0"/>
                    </a:cubicBezTo>
                    <a:cubicBezTo>
                      <a:pt x="7411" y="0"/>
                      <a:pt x="0" y="7411"/>
                      <a:pt x="0" y="16532"/>
                    </a:cubicBezTo>
                    <a:cubicBezTo>
                      <a:pt x="0" y="25653"/>
                      <a:pt x="7411" y="33064"/>
                      <a:pt x="16533" y="33064"/>
                    </a:cubicBezTo>
                    <a:cubicBezTo>
                      <a:pt x="25655" y="33064"/>
                      <a:pt x="33066" y="25653"/>
                      <a:pt x="33066" y="16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5365499" y="2582544"/>
                <a:ext cx="436038" cy="31828"/>
              </a:xfrm>
              <a:custGeom>
                <a:rect b="b" l="l" r="r" t="t"/>
                <a:pathLst>
                  <a:path extrusionOk="0" h="31828" w="436038">
                    <a:moveTo>
                      <a:pt x="436039" y="0"/>
                    </a:moveTo>
                    <a:lnTo>
                      <a:pt x="0" y="318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5348931" y="2597710"/>
                <a:ext cx="33137" cy="33134"/>
              </a:xfrm>
              <a:custGeom>
                <a:rect b="b" l="l" r="r" t="t"/>
                <a:pathLst>
                  <a:path extrusionOk="0" h="33134" w="33137">
                    <a:moveTo>
                      <a:pt x="14478" y="33004"/>
                    </a:moveTo>
                    <a:cubicBezTo>
                      <a:pt x="5452" y="31864"/>
                      <a:pt x="-1010" y="23598"/>
                      <a:pt x="130" y="14477"/>
                    </a:cubicBezTo>
                    <a:cubicBezTo>
                      <a:pt x="1271" y="5451"/>
                      <a:pt x="9537" y="-1010"/>
                      <a:pt x="18659" y="130"/>
                    </a:cubicBezTo>
                    <a:cubicBezTo>
                      <a:pt x="27686" y="1271"/>
                      <a:pt x="34147" y="9537"/>
                      <a:pt x="33007" y="18658"/>
                    </a:cubicBezTo>
                    <a:cubicBezTo>
                      <a:pt x="31867" y="27684"/>
                      <a:pt x="23600" y="34144"/>
                      <a:pt x="14478" y="330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5373766" y="2582544"/>
                <a:ext cx="427772" cy="271827"/>
              </a:xfrm>
              <a:custGeom>
                <a:rect b="b" l="l" r="r" t="t"/>
                <a:pathLst>
                  <a:path extrusionOk="0" h="271827" w="427772">
                    <a:moveTo>
                      <a:pt x="427772" y="0"/>
                    </a:moveTo>
                    <a:lnTo>
                      <a:pt x="0" y="271827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5357189" y="2837795"/>
                <a:ext cx="33059" cy="33152"/>
              </a:xfrm>
              <a:custGeom>
                <a:rect b="b" l="l" r="r" t="t"/>
                <a:pathLst>
                  <a:path extrusionOk="0" h="33152" w="33059">
                    <a:moveTo>
                      <a:pt x="2134" y="8405"/>
                    </a:moveTo>
                    <a:cubicBezTo>
                      <a:pt x="-2331" y="16386"/>
                      <a:pt x="424" y="26457"/>
                      <a:pt x="8406" y="31018"/>
                    </a:cubicBezTo>
                    <a:cubicBezTo>
                      <a:pt x="16387" y="35483"/>
                      <a:pt x="26459" y="32728"/>
                      <a:pt x="30925" y="24747"/>
                    </a:cubicBezTo>
                    <a:cubicBezTo>
                      <a:pt x="35391" y="16766"/>
                      <a:pt x="32635" y="6695"/>
                      <a:pt x="24654" y="2134"/>
                    </a:cubicBezTo>
                    <a:cubicBezTo>
                      <a:pt x="16672" y="-2331"/>
                      <a:pt x="6600" y="424"/>
                      <a:pt x="2134" y="84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5801538" y="2582544"/>
                <a:ext cx="284959" cy="452918"/>
              </a:xfrm>
              <a:custGeom>
                <a:rect b="b" l="l" r="r" t="t"/>
                <a:pathLst>
                  <a:path extrusionOk="0" h="452918" w="284959">
                    <a:moveTo>
                      <a:pt x="0" y="0"/>
                    </a:moveTo>
                    <a:lnTo>
                      <a:pt x="284960" y="45291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6069898" y="3018864"/>
                <a:ext cx="33105" cy="33102"/>
              </a:xfrm>
              <a:custGeom>
                <a:rect b="b" l="l" r="r" t="t"/>
                <a:pathLst>
                  <a:path extrusionOk="0" h="33102" w="33105">
                    <a:moveTo>
                      <a:pt x="3868" y="27145"/>
                    </a:moveTo>
                    <a:cubicBezTo>
                      <a:pt x="9759" y="34176"/>
                      <a:pt x="20116" y="35126"/>
                      <a:pt x="27147" y="29235"/>
                    </a:cubicBezTo>
                    <a:cubicBezTo>
                      <a:pt x="34179" y="23345"/>
                      <a:pt x="35129" y="12988"/>
                      <a:pt x="29238" y="5958"/>
                    </a:cubicBezTo>
                    <a:cubicBezTo>
                      <a:pt x="23346" y="-1073"/>
                      <a:pt x="12894" y="-2023"/>
                      <a:pt x="5958" y="3867"/>
                    </a:cubicBezTo>
                    <a:cubicBezTo>
                      <a:pt x="-1073" y="9758"/>
                      <a:pt x="-2024" y="20209"/>
                      <a:pt x="3868" y="27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5558671" y="2582544"/>
                <a:ext cx="242866" cy="485982"/>
              </a:xfrm>
              <a:custGeom>
                <a:rect b="b" l="l" r="r" t="t"/>
                <a:pathLst>
                  <a:path extrusionOk="0" h="485982" w="242866">
                    <a:moveTo>
                      <a:pt x="242867" y="0"/>
                    </a:moveTo>
                    <a:lnTo>
                      <a:pt x="0" y="4859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5542111" y="3051927"/>
                <a:ext cx="33161" cy="33199"/>
              </a:xfrm>
              <a:custGeom>
                <a:rect b="b" l="l" r="r" t="t"/>
                <a:pathLst>
                  <a:path extrusionOk="0" h="33199" w="33161">
                    <a:moveTo>
                      <a:pt x="31668" y="23441"/>
                    </a:moveTo>
                    <a:cubicBezTo>
                      <a:pt x="27867" y="31802"/>
                      <a:pt x="18081" y="35507"/>
                      <a:pt x="9719" y="31707"/>
                    </a:cubicBezTo>
                    <a:cubicBezTo>
                      <a:pt x="1357" y="27906"/>
                      <a:pt x="-2253" y="18120"/>
                      <a:pt x="1452" y="9759"/>
                    </a:cubicBezTo>
                    <a:cubicBezTo>
                      <a:pt x="5253" y="1398"/>
                      <a:pt x="15040" y="-2307"/>
                      <a:pt x="23402" y="1493"/>
                    </a:cubicBezTo>
                    <a:cubicBezTo>
                      <a:pt x="31763" y="5294"/>
                      <a:pt x="35469" y="15080"/>
                      <a:pt x="31668" y="23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5801538" y="2582544"/>
                <a:ext cx="34586" cy="360282"/>
              </a:xfrm>
              <a:custGeom>
                <a:rect b="b" l="l" r="r" t="t"/>
                <a:pathLst>
                  <a:path extrusionOk="0" h="360282" w="34586">
                    <a:moveTo>
                      <a:pt x="0" y="0"/>
                    </a:moveTo>
                    <a:lnTo>
                      <a:pt x="34587" y="3602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5819494" y="2926292"/>
                <a:ext cx="33167" cy="33164"/>
              </a:xfrm>
              <a:custGeom>
                <a:rect b="b" l="l" r="r" t="t"/>
                <a:pathLst>
                  <a:path extrusionOk="0" h="33164" w="33167">
                    <a:moveTo>
                      <a:pt x="573" y="20905"/>
                    </a:moveTo>
                    <a:cubicBezTo>
                      <a:pt x="2948" y="29741"/>
                      <a:pt x="12070" y="34967"/>
                      <a:pt x="20907" y="32592"/>
                    </a:cubicBezTo>
                    <a:cubicBezTo>
                      <a:pt x="29744" y="30216"/>
                      <a:pt x="34970" y="21095"/>
                      <a:pt x="32594" y="12259"/>
                    </a:cubicBezTo>
                    <a:cubicBezTo>
                      <a:pt x="30219" y="3423"/>
                      <a:pt x="21097" y="-1802"/>
                      <a:pt x="12260" y="573"/>
                    </a:cubicBezTo>
                    <a:cubicBezTo>
                      <a:pt x="3424" y="2948"/>
                      <a:pt x="-1802" y="12069"/>
                      <a:pt x="573" y="209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5801538" y="2582544"/>
                <a:ext cx="301587" cy="163609"/>
              </a:xfrm>
              <a:custGeom>
                <a:rect b="b" l="l" r="r" t="t"/>
                <a:pathLst>
                  <a:path extrusionOk="0" h="163609" w="301587">
                    <a:moveTo>
                      <a:pt x="0" y="0"/>
                    </a:moveTo>
                    <a:lnTo>
                      <a:pt x="301588" y="16360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3"/>
              <p:cNvSpPr/>
              <p:nvPr/>
            </p:nvSpPr>
            <p:spPr>
              <a:xfrm>
                <a:off x="6086443" y="2729567"/>
                <a:ext cx="33157" cy="33077"/>
              </a:xfrm>
              <a:custGeom>
                <a:rect b="b" l="l" r="r" t="t"/>
                <a:pathLst>
                  <a:path extrusionOk="0" h="33077" w="33157">
                    <a:moveTo>
                      <a:pt x="27040" y="3665"/>
                    </a:moveTo>
                    <a:cubicBezTo>
                      <a:pt x="34166" y="9461"/>
                      <a:pt x="35211" y="19817"/>
                      <a:pt x="29415" y="26943"/>
                    </a:cubicBezTo>
                    <a:cubicBezTo>
                      <a:pt x="23619" y="34069"/>
                      <a:pt x="13262" y="35114"/>
                      <a:pt x="6136" y="29413"/>
                    </a:cubicBezTo>
                    <a:cubicBezTo>
                      <a:pt x="-991" y="23617"/>
                      <a:pt x="-2036" y="13261"/>
                      <a:pt x="3665" y="6135"/>
                    </a:cubicBezTo>
                    <a:cubicBezTo>
                      <a:pt x="9461" y="-991"/>
                      <a:pt x="19913" y="-2036"/>
                      <a:pt x="26945" y="36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3"/>
              <p:cNvSpPr/>
              <p:nvPr/>
            </p:nvSpPr>
            <p:spPr>
              <a:xfrm>
                <a:off x="5801538" y="2582544"/>
                <a:ext cx="493524" cy="75628"/>
              </a:xfrm>
              <a:custGeom>
                <a:rect b="b" l="l" r="r" t="t"/>
                <a:pathLst>
                  <a:path extrusionOk="0" h="75628" w="493524">
                    <a:moveTo>
                      <a:pt x="0" y="0"/>
                    </a:moveTo>
                    <a:lnTo>
                      <a:pt x="493525" y="756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3"/>
              <p:cNvSpPr/>
              <p:nvPr/>
            </p:nvSpPr>
            <p:spPr>
              <a:xfrm>
                <a:off x="6278620" y="2641627"/>
                <a:ext cx="33074" cy="33082"/>
              </a:xfrm>
              <a:custGeom>
                <a:rect b="b" l="l" r="r" t="t"/>
                <a:pathLst>
                  <a:path extrusionOk="0" h="33082" w="33074">
                    <a:moveTo>
                      <a:pt x="22143" y="32128"/>
                    </a:moveTo>
                    <a:cubicBezTo>
                      <a:pt x="30695" y="28993"/>
                      <a:pt x="35161" y="19492"/>
                      <a:pt x="32120" y="10941"/>
                    </a:cubicBezTo>
                    <a:cubicBezTo>
                      <a:pt x="28985" y="2295"/>
                      <a:pt x="19483" y="-2076"/>
                      <a:pt x="10931" y="964"/>
                    </a:cubicBezTo>
                    <a:cubicBezTo>
                      <a:pt x="2380" y="4100"/>
                      <a:pt x="-2086" y="13601"/>
                      <a:pt x="954" y="22152"/>
                    </a:cubicBezTo>
                    <a:cubicBezTo>
                      <a:pt x="4090" y="30703"/>
                      <a:pt x="13592" y="35169"/>
                      <a:pt x="22143" y="32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3"/>
              <p:cNvSpPr/>
              <p:nvPr/>
            </p:nvSpPr>
            <p:spPr>
              <a:xfrm>
                <a:off x="5801538" y="2522307"/>
                <a:ext cx="310329" cy="60237"/>
              </a:xfrm>
              <a:custGeom>
                <a:rect b="b" l="l" r="r" t="t"/>
                <a:pathLst>
                  <a:path extrusionOk="0" h="60237" w="310329">
                    <a:moveTo>
                      <a:pt x="0" y="60237"/>
                    </a:moveTo>
                    <a:lnTo>
                      <a:pt x="31033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3"/>
              <p:cNvSpPr/>
              <p:nvPr/>
            </p:nvSpPr>
            <p:spPr>
              <a:xfrm>
                <a:off x="6095279" y="2505815"/>
                <a:ext cx="33082" cy="33181"/>
              </a:xfrm>
              <a:custGeom>
                <a:rect b="b" l="l" r="r" t="t"/>
                <a:pathLst>
                  <a:path extrusionOk="0" h="33181" w="33082">
                    <a:moveTo>
                      <a:pt x="11647" y="720"/>
                    </a:moveTo>
                    <a:cubicBezTo>
                      <a:pt x="20389" y="-1940"/>
                      <a:pt x="29606" y="3000"/>
                      <a:pt x="32361" y="11741"/>
                    </a:cubicBezTo>
                    <a:cubicBezTo>
                      <a:pt x="35022" y="20483"/>
                      <a:pt x="30081" y="29794"/>
                      <a:pt x="21434" y="32454"/>
                    </a:cubicBezTo>
                    <a:cubicBezTo>
                      <a:pt x="12692" y="35114"/>
                      <a:pt x="3476" y="30269"/>
                      <a:pt x="720" y="21433"/>
                    </a:cubicBezTo>
                    <a:cubicBezTo>
                      <a:pt x="-1940" y="12692"/>
                      <a:pt x="3001" y="3380"/>
                      <a:pt x="11742" y="7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3"/>
              <p:cNvSpPr/>
              <p:nvPr/>
            </p:nvSpPr>
            <p:spPr>
              <a:xfrm>
                <a:off x="5801538" y="2334755"/>
                <a:ext cx="351757" cy="247789"/>
              </a:xfrm>
              <a:custGeom>
                <a:rect b="b" l="l" r="r" t="t"/>
                <a:pathLst>
                  <a:path extrusionOk="0" h="247789" w="351757">
                    <a:moveTo>
                      <a:pt x="0" y="247789"/>
                    </a:moveTo>
                    <a:lnTo>
                      <a:pt x="351758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3"/>
              <p:cNvSpPr/>
              <p:nvPr/>
            </p:nvSpPr>
            <p:spPr>
              <a:xfrm>
                <a:off x="6136778" y="2318143"/>
                <a:ext cx="33129" cy="33127"/>
              </a:xfrm>
              <a:custGeom>
                <a:rect b="b" l="l" r="r" t="t"/>
                <a:pathLst>
                  <a:path extrusionOk="0" h="33127" w="33129">
                    <a:moveTo>
                      <a:pt x="27539" y="28963"/>
                    </a:moveTo>
                    <a:cubicBezTo>
                      <a:pt x="34381" y="22882"/>
                      <a:pt x="35046" y="12431"/>
                      <a:pt x="28965" y="5590"/>
                    </a:cubicBezTo>
                    <a:cubicBezTo>
                      <a:pt x="22884" y="-1251"/>
                      <a:pt x="12432" y="-1916"/>
                      <a:pt x="5590" y="4165"/>
                    </a:cubicBezTo>
                    <a:cubicBezTo>
                      <a:pt x="-1251" y="10245"/>
                      <a:pt x="-1916" y="20697"/>
                      <a:pt x="4165" y="27537"/>
                    </a:cubicBezTo>
                    <a:cubicBezTo>
                      <a:pt x="10246" y="34378"/>
                      <a:pt x="20698" y="35043"/>
                      <a:pt x="27539" y="289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3"/>
              <p:cNvSpPr/>
              <p:nvPr/>
            </p:nvSpPr>
            <p:spPr>
              <a:xfrm>
                <a:off x="5801538" y="2318223"/>
                <a:ext cx="185380" cy="264321"/>
              </a:xfrm>
              <a:custGeom>
                <a:rect b="b" l="l" r="r" t="t"/>
                <a:pathLst>
                  <a:path extrusionOk="0" h="264321" w="185380">
                    <a:moveTo>
                      <a:pt x="0" y="264321"/>
                    </a:moveTo>
                    <a:lnTo>
                      <a:pt x="185381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3"/>
              <p:cNvSpPr/>
              <p:nvPr/>
            </p:nvSpPr>
            <p:spPr>
              <a:xfrm>
                <a:off x="5970434" y="2301644"/>
                <a:ext cx="33064" cy="33062"/>
              </a:xfrm>
              <a:custGeom>
                <a:rect b="b" l="l" r="r" t="t"/>
                <a:pathLst>
                  <a:path extrusionOk="0" h="33062" w="33064">
                    <a:moveTo>
                      <a:pt x="3277" y="6602"/>
                    </a:moveTo>
                    <a:cubicBezTo>
                      <a:pt x="8788" y="-713"/>
                      <a:pt x="19145" y="-2139"/>
                      <a:pt x="26462" y="3277"/>
                    </a:cubicBezTo>
                    <a:cubicBezTo>
                      <a:pt x="33778" y="8788"/>
                      <a:pt x="35203" y="19144"/>
                      <a:pt x="29787" y="26460"/>
                    </a:cubicBezTo>
                    <a:cubicBezTo>
                      <a:pt x="24276" y="33776"/>
                      <a:pt x="13919" y="35201"/>
                      <a:pt x="6603" y="29785"/>
                    </a:cubicBezTo>
                    <a:cubicBezTo>
                      <a:pt x="-713" y="24275"/>
                      <a:pt x="-2139" y="13918"/>
                      <a:pt x="3277" y="66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>
                <a:off x="5751273" y="2429006"/>
                <a:ext cx="50264" cy="153538"/>
              </a:xfrm>
              <a:custGeom>
                <a:rect b="b" l="l" r="r" t="t"/>
                <a:pathLst>
                  <a:path extrusionOk="0" h="153538" w="50264">
                    <a:moveTo>
                      <a:pt x="50265" y="15353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3"/>
              <p:cNvSpPr/>
              <p:nvPr/>
            </p:nvSpPr>
            <p:spPr>
              <a:xfrm>
                <a:off x="5734608" y="2412437"/>
                <a:ext cx="33140" cy="33137"/>
              </a:xfrm>
              <a:custGeom>
                <a:rect b="b" l="l" r="r" t="t"/>
                <a:pathLst>
                  <a:path extrusionOk="0" h="33137" w="33140">
                    <a:moveTo>
                      <a:pt x="31393" y="9158"/>
                    </a:moveTo>
                    <a:cubicBezTo>
                      <a:pt x="27307" y="987"/>
                      <a:pt x="17330" y="-2338"/>
                      <a:pt x="9159" y="1747"/>
                    </a:cubicBezTo>
                    <a:cubicBezTo>
                      <a:pt x="987" y="5833"/>
                      <a:pt x="-2338" y="15809"/>
                      <a:pt x="1747" y="23980"/>
                    </a:cubicBezTo>
                    <a:cubicBezTo>
                      <a:pt x="5833" y="32151"/>
                      <a:pt x="15810" y="35476"/>
                      <a:pt x="23982" y="31391"/>
                    </a:cubicBezTo>
                    <a:cubicBezTo>
                      <a:pt x="32153" y="27305"/>
                      <a:pt x="35479" y="17329"/>
                      <a:pt x="31393" y="9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3"/>
              <p:cNvSpPr/>
              <p:nvPr/>
            </p:nvSpPr>
            <p:spPr>
              <a:xfrm>
                <a:off x="5645898" y="2364873"/>
                <a:ext cx="155639" cy="217670"/>
              </a:xfrm>
              <a:custGeom>
                <a:rect b="b" l="l" r="r" t="t"/>
                <a:pathLst>
                  <a:path extrusionOk="0" h="217670" w="155639">
                    <a:moveTo>
                      <a:pt x="155640" y="21767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3"/>
              <p:cNvSpPr/>
              <p:nvPr/>
            </p:nvSpPr>
            <p:spPr>
              <a:xfrm>
                <a:off x="5629348" y="2348230"/>
                <a:ext cx="33194" cy="33191"/>
              </a:xfrm>
              <a:custGeom>
                <a:rect b="b" l="l" r="r" t="t"/>
                <a:pathLst>
                  <a:path extrusionOk="0" h="33191" w="33194">
                    <a:moveTo>
                      <a:pt x="1347" y="23104"/>
                    </a:moveTo>
                    <a:cubicBezTo>
                      <a:pt x="-2264" y="14743"/>
                      <a:pt x="1632" y="4957"/>
                      <a:pt x="10088" y="1347"/>
                    </a:cubicBezTo>
                    <a:cubicBezTo>
                      <a:pt x="18545" y="-2264"/>
                      <a:pt x="28237" y="1632"/>
                      <a:pt x="31848" y="10088"/>
                    </a:cubicBezTo>
                    <a:cubicBezTo>
                      <a:pt x="35458" y="18449"/>
                      <a:pt x="31563" y="28235"/>
                      <a:pt x="23106" y="31845"/>
                    </a:cubicBezTo>
                    <a:cubicBezTo>
                      <a:pt x="14649" y="35456"/>
                      <a:pt x="4958" y="31560"/>
                      <a:pt x="1347" y="231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3"/>
              <p:cNvSpPr/>
              <p:nvPr/>
            </p:nvSpPr>
            <p:spPr>
              <a:xfrm>
                <a:off x="5484937" y="2281263"/>
                <a:ext cx="316600" cy="301280"/>
              </a:xfrm>
              <a:custGeom>
                <a:rect b="b" l="l" r="r" t="t"/>
                <a:pathLst>
                  <a:path extrusionOk="0" h="301280" w="316600">
                    <a:moveTo>
                      <a:pt x="316601" y="30128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3"/>
              <p:cNvSpPr/>
              <p:nvPr/>
            </p:nvSpPr>
            <p:spPr>
              <a:xfrm>
                <a:off x="5468369" y="2264696"/>
                <a:ext cx="33136" cy="33133"/>
              </a:xfrm>
              <a:custGeom>
                <a:rect b="b" l="l" r="r" t="t"/>
                <a:pathLst>
                  <a:path extrusionOk="0" h="33133" w="33136">
                    <a:moveTo>
                      <a:pt x="24360" y="1935"/>
                    </a:moveTo>
                    <a:cubicBezTo>
                      <a:pt x="16283" y="-2340"/>
                      <a:pt x="6211" y="700"/>
                      <a:pt x="1935" y="8776"/>
                    </a:cubicBezTo>
                    <a:cubicBezTo>
                      <a:pt x="-2341" y="16852"/>
                      <a:pt x="700" y="26828"/>
                      <a:pt x="8777" y="31199"/>
                    </a:cubicBezTo>
                    <a:cubicBezTo>
                      <a:pt x="16853" y="35474"/>
                      <a:pt x="26830" y="32434"/>
                      <a:pt x="31201" y="24358"/>
                    </a:cubicBezTo>
                    <a:cubicBezTo>
                      <a:pt x="35477" y="16282"/>
                      <a:pt x="32436" y="6306"/>
                      <a:pt x="24360" y="19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3"/>
              <p:cNvSpPr/>
              <p:nvPr/>
            </p:nvSpPr>
            <p:spPr>
              <a:xfrm>
                <a:off x="5451776" y="2462165"/>
                <a:ext cx="349762" cy="120379"/>
              </a:xfrm>
              <a:custGeom>
                <a:rect b="b" l="l" r="r" t="t"/>
                <a:pathLst>
                  <a:path extrusionOk="0" h="120379" w="349762">
                    <a:moveTo>
                      <a:pt x="349762" y="120379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3"/>
              <p:cNvSpPr/>
              <p:nvPr/>
            </p:nvSpPr>
            <p:spPr>
              <a:xfrm>
                <a:off x="5435266" y="2445562"/>
                <a:ext cx="33079" cy="33077"/>
              </a:xfrm>
              <a:custGeom>
                <a:rect b="b" l="l" r="r" t="t"/>
                <a:pathLst>
                  <a:path extrusionOk="0" h="33077" w="33079">
                    <a:moveTo>
                      <a:pt x="9193" y="31425"/>
                    </a:moveTo>
                    <a:cubicBezTo>
                      <a:pt x="1021" y="27339"/>
                      <a:pt x="-2304" y="17458"/>
                      <a:pt x="1687" y="9192"/>
                    </a:cubicBezTo>
                    <a:cubicBezTo>
                      <a:pt x="5772" y="1021"/>
                      <a:pt x="15654" y="-2304"/>
                      <a:pt x="23921" y="1686"/>
                    </a:cubicBezTo>
                    <a:cubicBezTo>
                      <a:pt x="32092" y="5772"/>
                      <a:pt x="35418" y="15653"/>
                      <a:pt x="31332" y="23919"/>
                    </a:cubicBezTo>
                    <a:cubicBezTo>
                      <a:pt x="27246" y="32090"/>
                      <a:pt x="17365" y="35415"/>
                      <a:pt x="9098" y="313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 txBox="1"/>
          <p:nvPr>
            <p:ph type="title"/>
          </p:nvPr>
        </p:nvSpPr>
        <p:spPr>
          <a:xfrm>
            <a:off x="722400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7" name="Google Shape;317;p14"/>
          <p:cNvGrpSpPr/>
          <p:nvPr/>
        </p:nvGrpSpPr>
        <p:grpSpPr>
          <a:xfrm>
            <a:off x="5777960" y="94513"/>
            <a:ext cx="2095205" cy="350538"/>
            <a:chOff x="1550610" y="4704238"/>
            <a:chExt cx="2095205" cy="350538"/>
          </a:xfrm>
        </p:grpSpPr>
        <p:grpSp>
          <p:nvGrpSpPr>
            <p:cNvPr id="318" name="Google Shape;318;p14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319" name="Google Shape;319;p14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20" name="Google Shape;320;p14"/>
              <p:cNvCxnSpPr>
                <a:stCxn id="319" idx="6"/>
                <a:endCxn id="321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1" name="Google Shape;321;p14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322" name="Google Shape;322;p14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323" name="Google Shape;323;p14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24" name="Google Shape;324;p14"/>
              <p:cNvCxnSpPr>
                <a:stCxn id="323" idx="6"/>
                <a:endCxn id="325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5" name="Google Shape;325;p14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326" name="Google Shape;326;p14"/>
          <p:cNvGrpSpPr/>
          <p:nvPr/>
        </p:nvGrpSpPr>
        <p:grpSpPr>
          <a:xfrm>
            <a:off x="3" y="4"/>
            <a:ext cx="8886288" cy="4936602"/>
            <a:chOff x="3" y="4"/>
            <a:chExt cx="8886288" cy="4936602"/>
          </a:xfrm>
        </p:grpSpPr>
        <p:grpSp>
          <p:nvGrpSpPr>
            <p:cNvPr id="327" name="Google Shape;327;p14"/>
            <p:cNvGrpSpPr/>
            <p:nvPr/>
          </p:nvGrpSpPr>
          <p:grpSpPr>
            <a:xfrm>
              <a:off x="8621856" y="4271390"/>
              <a:ext cx="264435" cy="665216"/>
              <a:chOff x="8625081" y="258015"/>
              <a:chExt cx="264435" cy="665216"/>
            </a:xfrm>
          </p:grpSpPr>
          <p:sp>
            <p:nvSpPr>
              <p:cNvPr id="328" name="Google Shape;328;p14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 rot="10800000">
              <a:off x="3" y="4"/>
              <a:ext cx="436703" cy="923225"/>
              <a:chOff x="4794250" y="3765054"/>
              <a:chExt cx="436703" cy="923225"/>
            </a:xfrm>
          </p:grpSpPr>
          <p:sp>
            <p:nvSpPr>
              <p:cNvPr id="331" name="Google Shape;331;p14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 txBox="1"/>
          <p:nvPr>
            <p:ph type="title"/>
          </p:nvPr>
        </p:nvSpPr>
        <p:spPr>
          <a:xfrm>
            <a:off x="722375" y="539500"/>
            <a:ext cx="378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15"/>
          <p:cNvSpPr txBox="1"/>
          <p:nvPr>
            <p:ph idx="1" type="subTitle"/>
          </p:nvPr>
        </p:nvSpPr>
        <p:spPr>
          <a:xfrm>
            <a:off x="722375" y="1062250"/>
            <a:ext cx="37812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1" name="Google Shape;341;p15"/>
          <p:cNvSpPr/>
          <p:nvPr>
            <p:ph idx="2" type="pic"/>
          </p:nvPr>
        </p:nvSpPr>
        <p:spPr>
          <a:xfrm>
            <a:off x="5036700" y="231700"/>
            <a:ext cx="3849600" cy="4680000"/>
          </a:xfrm>
          <a:prstGeom prst="roundRect">
            <a:avLst>
              <a:gd fmla="val 5084" name="adj"/>
            </a:avLst>
          </a:prstGeom>
          <a:noFill/>
          <a:ln>
            <a:noFill/>
          </a:ln>
        </p:spPr>
      </p:sp>
      <p:sp>
        <p:nvSpPr>
          <p:cNvPr id="342" name="Google Shape;342;p15"/>
          <p:cNvSpPr/>
          <p:nvPr>
            <p:ph idx="3" type="pic"/>
          </p:nvPr>
        </p:nvSpPr>
        <p:spPr>
          <a:xfrm>
            <a:off x="237400" y="1843875"/>
            <a:ext cx="4574400" cy="3067800"/>
          </a:xfrm>
          <a:prstGeom prst="roundRect">
            <a:avLst>
              <a:gd fmla="val 5084" name="adj"/>
            </a:avLst>
          </a:prstGeom>
          <a:noFill/>
          <a:ln>
            <a:noFill/>
          </a:ln>
        </p:spPr>
      </p:sp>
      <p:grpSp>
        <p:nvGrpSpPr>
          <p:cNvPr id="343" name="Google Shape;343;p15"/>
          <p:cNvGrpSpPr/>
          <p:nvPr/>
        </p:nvGrpSpPr>
        <p:grpSpPr>
          <a:xfrm>
            <a:off x="237406" y="231690"/>
            <a:ext cx="264435" cy="665216"/>
            <a:chOff x="8625081" y="258015"/>
            <a:chExt cx="264435" cy="665216"/>
          </a:xfrm>
        </p:grpSpPr>
        <p:sp>
          <p:nvSpPr>
            <p:cNvPr id="344" name="Google Shape;344;p15"/>
            <p:cNvSpPr/>
            <p:nvPr/>
          </p:nvSpPr>
          <p:spPr>
            <a:xfrm>
              <a:off x="8625081" y="258014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8625081" y="658815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15"/>
          <p:cNvGrpSpPr/>
          <p:nvPr/>
        </p:nvGrpSpPr>
        <p:grpSpPr>
          <a:xfrm>
            <a:off x="2116735" y="94513"/>
            <a:ext cx="2095205" cy="350538"/>
            <a:chOff x="1550610" y="4704238"/>
            <a:chExt cx="2095205" cy="350538"/>
          </a:xfrm>
        </p:grpSpPr>
        <p:grpSp>
          <p:nvGrpSpPr>
            <p:cNvPr id="347" name="Google Shape;347;p15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348" name="Google Shape;348;p15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49" name="Google Shape;349;p15"/>
              <p:cNvCxnSpPr>
                <a:stCxn id="348" idx="6"/>
                <a:endCxn id="350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15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351" name="Google Shape;351;p15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352" name="Google Shape;352;p15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53" name="Google Shape;353;p15"/>
              <p:cNvCxnSpPr>
                <a:stCxn id="352" idx="6"/>
                <a:endCxn id="354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4" name="Google Shape;354;p15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7" name="Google Shape;357;p16"/>
          <p:cNvSpPr txBox="1"/>
          <p:nvPr>
            <p:ph idx="1" type="body"/>
          </p:nvPr>
        </p:nvSpPr>
        <p:spPr>
          <a:xfrm>
            <a:off x="722375" y="1187600"/>
            <a:ext cx="38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16"/>
          <p:cNvSpPr txBox="1"/>
          <p:nvPr>
            <p:ph idx="2" type="body"/>
          </p:nvPr>
        </p:nvSpPr>
        <p:spPr>
          <a:xfrm>
            <a:off x="4612175" y="1187600"/>
            <a:ext cx="38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359" name="Google Shape;359;p16"/>
          <p:cNvGrpSpPr/>
          <p:nvPr/>
        </p:nvGrpSpPr>
        <p:grpSpPr>
          <a:xfrm>
            <a:off x="11" y="342890"/>
            <a:ext cx="8886280" cy="4800615"/>
            <a:chOff x="11" y="342890"/>
            <a:chExt cx="8886280" cy="4800615"/>
          </a:xfrm>
        </p:grpSpPr>
        <p:grpSp>
          <p:nvGrpSpPr>
            <p:cNvPr id="360" name="Google Shape;360;p16"/>
            <p:cNvGrpSpPr/>
            <p:nvPr/>
          </p:nvGrpSpPr>
          <p:grpSpPr>
            <a:xfrm>
              <a:off x="8621856" y="342890"/>
              <a:ext cx="264435" cy="665216"/>
              <a:chOff x="8625081" y="258015"/>
              <a:chExt cx="264435" cy="665216"/>
            </a:xfrm>
          </p:grpSpPr>
          <p:sp>
            <p:nvSpPr>
              <p:cNvPr id="361" name="Google Shape;361;p16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16"/>
            <p:cNvGrpSpPr/>
            <p:nvPr/>
          </p:nvGrpSpPr>
          <p:grpSpPr>
            <a:xfrm flipH="1">
              <a:off x="11" y="4220279"/>
              <a:ext cx="436703" cy="923225"/>
              <a:chOff x="4794250" y="3765054"/>
              <a:chExt cx="436703" cy="923225"/>
            </a:xfrm>
          </p:grpSpPr>
          <p:sp>
            <p:nvSpPr>
              <p:cNvPr id="364" name="Google Shape;364;p16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17"/>
          <p:cNvSpPr txBox="1"/>
          <p:nvPr>
            <p:ph idx="1" type="subTitle"/>
          </p:nvPr>
        </p:nvSpPr>
        <p:spPr>
          <a:xfrm>
            <a:off x="722325" y="2776546"/>
            <a:ext cx="2307000" cy="1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4" name="Google Shape;374;p17"/>
          <p:cNvSpPr txBox="1"/>
          <p:nvPr>
            <p:ph idx="2" type="subTitle"/>
          </p:nvPr>
        </p:nvSpPr>
        <p:spPr>
          <a:xfrm>
            <a:off x="3418501" y="2776546"/>
            <a:ext cx="2307000" cy="1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5" name="Google Shape;375;p17"/>
          <p:cNvSpPr txBox="1"/>
          <p:nvPr>
            <p:ph idx="3" type="subTitle"/>
          </p:nvPr>
        </p:nvSpPr>
        <p:spPr>
          <a:xfrm>
            <a:off x="6114675" y="2776546"/>
            <a:ext cx="2307000" cy="1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6" name="Google Shape;376;p17"/>
          <p:cNvSpPr txBox="1"/>
          <p:nvPr>
            <p:ph idx="4" type="subTitle"/>
          </p:nvPr>
        </p:nvSpPr>
        <p:spPr>
          <a:xfrm>
            <a:off x="722325" y="25056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77" name="Google Shape;377;p17"/>
          <p:cNvSpPr txBox="1"/>
          <p:nvPr>
            <p:ph idx="5" type="subTitle"/>
          </p:nvPr>
        </p:nvSpPr>
        <p:spPr>
          <a:xfrm>
            <a:off x="3418499" y="25056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78" name="Google Shape;378;p17"/>
          <p:cNvSpPr txBox="1"/>
          <p:nvPr>
            <p:ph idx="6" type="subTitle"/>
          </p:nvPr>
        </p:nvSpPr>
        <p:spPr>
          <a:xfrm>
            <a:off x="6114671" y="25056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379" name="Google Shape;379;p17"/>
          <p:cNvGrpSpPr/>
          <p:nvPr/>
        </p:nvGrpSpPr>
        <p:grpSpPr>
          <a:xfrm>
            <a:off x="6463310" y="94513"/>
            <a:ext cx="2095205" cy="350538"/>
            <a:chOff x="1550610" y="4704238"/>
            <a:chExt cx="2095205" cy="350538"/>
          </a:xfrm>
        </p:grpSpPr>
        <p:grpSp>
          <p:nvGrpSpPr>
            <p:cNvPr id="380" name="Google Shape;380;p17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381" name="Google Shape;381;p17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82" name="Google Shape;382;p17"/>
              <p:cNvCxnSpPr>
                <a:stCxn id="381" idx="6"/>
                <a:endCxn id="383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3" name="Google Shape;383;p17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384" name="Google Shape;384;p17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385" name="Google Shape;385;p17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86" name="Google Shape;386;p17"/>
              <p:cNvCxnSpPr>
                <a:stCxn id="385" idx="6"/>
                <a:endCxn id="387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7" name="Google Shape;387;p17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388" name="Google Shape;388;p17"/>
          <p:cNvGrpSpPr/>
          <p:nvPr/>
        </p:nvGrpSpPr>
        <p:grpSpPr>
          <a:xfrm>
            <a:off x="1419575" y="4847875"/>
            <a:ext cx="469100" cy="125100"/>
            <a:chOff x="4540000" y="294675"/>
            <a:chExt cx="469100" cy="125100"/>
          </a:xfrm>
        </p:grpSpPr>
        <p:sp>
          <p:nvSpPr>
            <p:cNvPr id="389" name="Google Shape;389;p17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0" name="Google Shape;390;p17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1" name="Google Shape;391;p17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2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" type="subTitle"/>
          </p:nvPr>
        </p:nvSpPr>
        <p:spPr>
          <a:xfrm>
            <a:off x="3295500" y="1311700"/>
            <a:ext cx="3678300" cy="5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8"/>
          <p:cNvSpPr txBox="1"/>
          <p:nvPr>
            <p:ph idx="2" type="subTitle"/>
          </p:nvPr>
        </p:nvSpPr>
        <p:spPr>
          <a:xfrm>
            <a:off x="3295500" y="3643386"/>
            <a:ext cx="3678300" cy="5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6" name="Google Shape;396;p18"/>
          <p:cNvSpPr txBox="1"/>
          <p:nvPr>
            <p:ph idx="3" type="subTitle"/>
          </p:nvPr>
        </p:nvSpPr>
        <p:spPr>
          <a:xfrm>
            <a:off x="3295500" y="2477498"/>
            <a:ext cx="3678300" cy="5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7" name="Google Shape;397;p18"/>
          <p:cNvSpPr txBox="1"/>
          <p:nvPr>
            <p:ph idx="4" type="subTitle"/>
          </p:nvPr>
        </p:nvSpPr>
        <p:spPr>
          <a:xfrm>
            <a:off x="3295500" y="1711000"/>
            <a:ext cx="36783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8" name="Google Shape;398;p18"/>
          <p:cNvSpPr txBox="1"/>
          <p:nvPr>
            <p:ph idx="5" type="subTitle"/>
          </p:nvPr>
        </p:nvSpPr>
        <p:spPr>
          <a:xfrm>
            <a:off x="3295507" y="4042800"/>
            <a:ext cx="36783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9" name="Google Shape;399;p18"/>
          <p:cNvSpPr txBox="1"/>
          <p:nvPr>
            <p:ph idx="6" type="subTitle"/>
          </p:nvPr>
        </p:nvSpPr>
        <p:spPr>
          <a:xfrm>
            <a:off x="3295503" y="2876912"/>
            <a:ext cx="36783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400" name="Google Shape;400;p18"/>
          <p:cNvGrpSpPr/>
          <p:nvPr/>
        </p:nvGrpSpPr>
        <p:grpSpPr>
          <a:xfrm rot="-5400000">
            <a:off x="8329631" y="-92435"/>
            <a:ext cx="264435" cy="665216"/>
            <a:chOff x="8625081" y="258015"/>
            <a:chExt cx="264435" cy="665216"/>
          </a:xfrm>
        </p:grpSpPr>
        <p:sp>
          <p:nvSpPr>
            <p:cNvPr id="401" name="Google Shape;401;p18"/>
            <p:cNvSpPr/>
            <p:nvPr/>
          </p:nvSpPr>
          <p:spPr>
            <a:xfrm>
              <a:off x="8625081" y="258014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8625081" y="658815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8"/>
          <p:cNvGrpSpPr/>
          <p:nvPr/>
        </p:nvGrpSpPr>
        <p:grpSpPr>
          <a:xfrm>
            <a:off x="-356736" y="3183072"/>
            <a:ext cx="9101226" cy="1902616"/>
            <a:chOff x="-356736" y="3183072"/>
            <a:chExt cx="9101226" cy="1902616"/>
          </a:xfrm>
        </p:grpSpPr>
        <p:grpSp>
          <p:nvGrpSpPr>
            <p:cNvPr id="404" name="Google Shape;404;p18"/>
            <p:cNvGrpSpPr/>
            <p:nvPr/>
          </p:nvGrpSpPr>
          <p:grpSpPr>
            <a:xfrm>
              <a:off x="-356736" y="3183072"/>
              <a:ext cx="1079100" cy="1079100"/>
              <a:chOff x="8359400" y="1569464"/>
              <a:chExt cx="1079100" cy="1079100"/>
            </a:xfrm>
          </p:grpSpPr>
          <p:sp>
            <p:nvSpPr>
              <p:cNvPr id="405" name="Google Shape;405;p18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06" name="Google Shape;406;p18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07" name="Google Shape;407;p18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09" name="Google Shape;409;p18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0" name="Google Shape;410;p18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415" name="Google Shape;415;p18"/>
            <p:cNvGrpSpPr/>
            <p:nvPr/>
          </p:nvGrpSpPr>
          <p:grpSpPr>
            <a:xfrm>
              <a:off x="6649285" y="4735150"/>
              <a:ext cx="2095205" cy="350538"/>
              <a:chOff x="1550610" y="4704238"/>
              <a:chExt cx="2095205" cy="350538"/>
            </a:xfrm>
          </p:grpSpPr>
          <p:grpSp>
            <p:nvGrpSpPr>
              <p:cNvPr id="416" name="Google Shape;416;p18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17" name="Google Shape;417;p18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18" name="Google Shape;418;p18"/>
                <p:cNvCxnSpPr>
                  <a:stCxn id="417" idx="6"/>
                  <a:endCxn id="41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9" name="Google Shape;419;p18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420" name="Google Shape;420;p18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21" name="Google Shape;421;p18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22" name="Google Shape;422;p18"/>
                <p:cNvCxnSpPr>
                  <a:stCxn id="421" idx="6"/>
                  <a:endCxn id="423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3" name="Google Shape;423;p18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6" name="Google Shape;426;p19"/>
          <p:cNvSpPr txBox="1"/>
          <p:nvPr>
            <p:ph idx="1" type="subTitle"/>
          </p:nvPr>
        </p:nvSpPr>
        <p:spPr>
          <a:xfrm>
            <a:off x="1552639" y="1750924"/>
            <a:ext cx="2684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19"/>
          <p:cNvSpPr txBox="1"/>
          <p:nvPr>
            <p:ph idx="2" type="subTitle"/>
          </p:nvPr>
        </p:nvSpPr>
        <p:spPr>
          <a:xfrm>
            <a:off x="5444860" y="1750924"/>
            <a:ext cx="2684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8" name="Google Shape;428;p19"/>
          <p:cNvSpPr txBox="1"/>
          <p:nvPr>
            <p:ph idx="3" type="subTitle"/>
          </p:nvPr>
        </p:nvSpPr>
        <p:spPr>
          <a:xfrm>
            <a:off x="1552625" y="1480025"/>
            <a:ext cx="26844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29" name="Google Shape;429;p19"/>
          <p:cNvSpPr txBox="1"/>
          <p:nvPr>
            <p:ph idx="4" type="subTitle"/>
          </p:nvPr>
        </p:nvSpPr>
        <p:spPr>
          <a:xfrm>
            <a:off x="5444859" y="1480025"/>
            <a:ext cx="26844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30" name="Google Shape;430;p19"/>
          <p:cNvSpPr txBox="1"/>
          <p:nvPr>
            <p:ph idx="5" type="subTitle"/>
          </p:nvPr>
        </p:nvSpPr>
        <p:spPr>
          <a:xfrm>
            <a:off x="1552639" y="3441400"/>
            <a:ext cx="2684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19"/>
          <p:cNvSpPr txBox="1"/>
          <p:nvPr>
            <p:ph idx="6" type="subTitle"/>
          </p:nvPr>
        </p:nvSpPr>
        <p:spPr>
          <a:xfrm>
            <a:off x="5444860" y="3441400"/>
            <a:ext cx="2684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19"/>
          <p:cNvSpPr txBox="1"/>
          <p:nvPr>
            <p:ph idx="7" type="subTitle"/>
          </p:nvPr>
        </p:nvSpPr>
        <p:spPr>
          <a:xfrm>
            <a:off x="1552625" y="3170501"/>
            <a:ext cx="26844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33" name="Google Shape;433;p19"/>
          <p:cNvSpPr txBox="1"/>
          <p:nvPr>
            <p:ph idx="8" type="subTitle"/>
          </p:nvPr>
        </p:nvSpPr>
        <p:spPr>
          <a:xfrm>
            <a:off x="5444859" y="3170501"/>
            <a:ext cx="26844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434" name="Google Shape;434;p19"/>
          <p:cNvGrpSpPr/>
          <p:nvPr/>
        </p:nvGrpSpPr>
        <p:grpSpPr>
          <a:xfrm>
            <a:off x="3" y="107955"/>
            <a:ext cx="8794454" cy="5035549"/>
            <a:chOff x="3" y="107955"/>
            <a:chExt cx="8794454" cy="5035549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3" y="4220279"/>
              <a:ext cx="436703" cy="923225"/>
              <a:chOff x="4794250" y="3765054"/>
              <a:chExt cx="436703" cy="923225"/>
            </a:xfrm>
          </p:grpSpPr>
          <p:sp>
            <p:nvSpPr>
              <p:cNvPr id="436" name="Google Shape;436;p19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9"/>
            <p:cNvGrpSpPr/>
            <p:nvPr/>
          </p:nvGrpSpPr>
          <p:grpSpPr>
            <a:xfrm rot="-5400000">
              <a:off x="8329631" y="-92435"/>
              <a:ext cx="264435" cy="665216"/>
              <a:chOff x="8625081" y="258015"/>
              <a:chExt cx="264435" cy="665216"/>
            </a:xfrm>
          </p:grpSpPr>
          <p:sp>
            <p:nvSpPr>
              <p:cNvPr id="444" name="Google Shape;444;p19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0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8" name="Google Shape;448;p20"/>
          <p:cNvSpPr txBox="1"/>
          <p:nvPr>
            <p:ph idx="1" type="subTitle"/>
          </p:nvPr>
        </p:nvSpPr>
        <p:spPr>
          <a:xfrm>
            <a:off x="722375" y="3441376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9" name="Google Shape;449;p20"/>
          <p:cNvSpPr txBox="1"/>
          <p:nvPr>
            <p:ph idx="2" type="subTitle"/>
          </p:nvPr>
        </p:nvSpPr>
        <p:spPr>
          <a:xfrm>
            <a:off x="3418550" y="3441376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20"/>
          <p:cNvSpPr txBox="1"/>
          <p:nvPr>
            <p:ph idx="3" type="subTitle"/>
          </p:nvPr>
        </p:nvSpPr>
        <p:spPr>
          <a:xfrm>
            <a:off x="6114725" y="3441376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1" name="Google Shape;451;p20"/>
          <p:cNvSpPr txBox="1"/>
          <p:nvPr>
            <p:ph idx="4" type="subTitle"/>
          </p:nvPr>
        </p:nvSpPr>
        <p:spPr>
          <a:xfrm>
            <a:off x="722375" y="3170475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2" name="Google Shape;452;p20"/>
          <p:cNvSpPr txBox="1"/>
          <p:nvPr>
            <p:ph idx="5" type="subTitle"/>
          </p:nvPr>
        </p:nvSpPr>
        <p:spPr>
          <a:xfrm>
            <a:off x="3418548" y="3170475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3" name="Google Shape;453;p20"/>
          <p:cNvSpPr txBox="1"/>
          <p:nvPr>
            <p:ph idx="6" type="subTitle"/>
          </p:nvPr>
        </p:nvSpPr>
        <p:spPr>
          <a:xfrm>
            <a:off x="6114721" y="3170475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4" name="Google Shape;454;p20"/>
          <p:cNvSpPr txBox="1"/>
          <p:nvPr>
            <p:ph idx="7" type="subTitle"/>
          </p:nvPr>
        </p:nvSpPr>
        <p:spPr>
          <a:xfrm>
            <a:off x="722375" y="1690851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5" name="Google Shape;455;p20"/>
          <p:cNvSpPr txBox="1"/>
          <p:nvPr>
            <p:ph idx="8" type="subTitle"/>
          </p:nvPr>
        </p:nvSpPr>
        <p:spPr>
          <a:xfrm>
            <a:off x="3418550" y="1690851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20"/>
          <p:cNvSpPr txBox="1"/>
          <p:nvPr>
            <p:ph idx="9" type="subTitle"/>
          </p:nvPr>
        </p:nvSpPr>
        <p:spPr>
          <a:xfrm>
            <a:off x="6114725" y="1690851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7" name="Google Shape;457;p20"/>
          <p:cNvSpPr txBox="1"/>
          <p:nvPr>
            <p:ph idx="13" type="subTitle"/>
          </p:nvPr>
        </p:nvSpPr>
        <p:spPr>
          <a:xfrm>
            <a:off x="722375" y="14199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8" name="Google Shape;458;p20"/>
          <p:cNvSpPr txBox="1"/>
          <p:nvPr>
            <p:ph idx="14" type="subTitle"/>
          </p:nvPr>
        </p:nvSpPr>
        <p:spPr>
          <a:xfrm>
            <a:off x="3418548" y="14199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9" name="Google Shape;459;p20"/>
          <p:cNvSpPr txBox="1"/>
          <p:nvPr>
            <p:ph idx="15" type="subTitle"/>
          </p:nvPr>
        </p:nvSpPr>
        <p:spPr>
          <a:xfrm>
            <a:off x="6114721" y="14199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460" name="Google Shape;460;p20"/>
          <p:cNvGrpSpPr/>
          <p:nvPr/>
        </p:nvGrpSpPr>
        <p:grpSpPr>
          <a:xfrm>
            <a:off x="342910" y="76203"/>
            <a:ext cx="9338104" cy="5597869"/>
            <a:chOff x="342910" y="76203"/>
            <a:chExt cx="9338104" cy="5597869"/>
          </a:xfrm>
        </p:grpSpPr>
        <p:grpSp>
          <p:nvGrpSpPr>
            <p:cNvPr id="461" name="Google Shape;461;p20"/>
            <p:cNvGrpSpPr/>
            <p:nvPr/>
          </p:nvGrpSpPr>
          <p:grpSpPr>
            <a:xfrm>
              <a:off x="8601914" y="4594972"/>
              <a:ext cx="1079100" cy="1079100"/>
              <a:chOff x="8359400" y="1569464"/>
              <a:chExt cx="1079100" cy="1079100"/>
            </a:xfrm>
          </p:grpSpPr>
          <p:sp>
            <p:nvSpPr>
              <p:cNvPr id="462" name="Google Shape;462;p20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4" name="Google Shape;464;p20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5" name="Google Shape;465;p20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70" name="Google Shape;470;p20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472" name="Google Shape;472;p20"/>
            <p:cNvGrpSpPr/>
            <p:nvPr/>
          </p:nvGrpSpPr>
          <p:grpSpPr>
            <a:xfrm>
              <a:off x="8421572" y="76203"/>
              <a:ext cx="633676" cy="822037"/>
              <a:chOff x="6758847" y="2443353"/>
              <a:chExt cx="633676" cy="822037"/>
            </a:xfrm>
          </p:grpSpPr>
          <p:sp>
            <p:nvSpPr>
              <p:cNvPr id="473" name="Google Shape;473;p20"/>
              <p:cNvSpPr/>
              <p:nvPr/>
            </p:nvSpPr>
            <p:spPr>
              <a:xfrm>
                <a:off x="6758847" y="2443353"/>
                <a:ext cx="633676" cy="446553"/>
              </a:xfrm>
              <a:custGeom>
                <a:rect b="b" l="l" r="r" t="t"/>
                <a:pathLst>
                  <a:path extrusionOk="0" h="446553" w="633676">
                    <a:moveTo>
                      <a:pt x="316886" y="446553"/>
                    </a:moveTo>
                    <a:lnTo>
                      <a:pt x="316886" y="446553"/>
                    </a:lnTo>
                    <a:cubicBezTo>
                      <a:pt x="141862" y="446553"/>
                      <a:pt x="0" y="304701"/>
                      <a:pt x="0" y="129785"/>
                    </a:cubicBezTo>
                    <a:lnTo>
                      <a:pt x="0" y="0"/>
                    </a:lnTo>
                    <a:lnTo>
                      <a:pt x="633677" y="0"/>
                    </a:lnTo>
                    <a:lnTo>
                      <a:pt x="633677" y="129785"/>
                    </a:lnTo>
                    <a:cubicBezTo>
                      <a:pt x="633677" y="304796"/>
                      <a:pt x="491814" y="446553"/>
                      <a:pt x="316886" y="44655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6758847" y="2818742"/>
                <a:ext cx="633676" cy="446648"/>
              </a:xfrm>
              <a:custGeom>
                <a:rect b="b" l="l" r="r" t="t"/>
                <a:pathLst>
                  <a:path extrusionOk="0" h="446648" w="633676">
                    <a:moveTo>
                      <a:pt x="316886" y="0"/>
                    </a:moveTo>
                    <a:lnTo>
                      <a:pt x="316886" y="0"/>
                    </a:lnTo>
                    <a:cubicBezTo>
                      <a:pt x="141862" y="0"/>
                      <a:pt x="0" y="141852"/>
                      <a:pt x="0" y="316863"/>
                    </a:cubicBezTo>
                    <a:lnTo>
                      <a:pt x="0" y="446648"/>
                    </a:lnTo>
                    <a:lnTo>
                      <a:pt x="633677" y="446648"/>
                    </a:lnTo>
                    <a:lnTo>
                      <a:pt x="633677" y="316863"/>
                    </a:lnTo>
                    <a:cubicBezTo>
                      <a:pt x="633677" y="141852"/>
                      <a:pt x="491814" y="0"/>
                      <a:pt x="31688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20"/>
            <p:cNvGrpSpPr/>
            <p:nvPr/>
          </p:nvGrpSpPr>
          <p:grpSpPr>
            <a:xfrm>
              <a:off x="342910" y="4704238"/>
              <a:ext cx="2095205" cy="350538"/>
              <a:chOff x="1550610" y="4704238"/>
              <a:chExt cx="2095205" cy="350538"/>
            </a:xfrm>
          </p:grpSpPr>
          <p:grpSp>
            <p:nvGrpSpPr>
              <p:cNvPr id="476" name="Google Shape;476;p20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77" name="Google Shape;477;p20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78" name="Google Shape;478;p20"/>
                <p:cNvCxnSpPr>
                  <a:stCxn id="477" idx="6"/>
                  <a:endCxn id="47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9" name="Google Shape;479;p20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480" name="Google Shape;480;p20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81" name="Google Shape;481;p20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82" name="Google Shape;482;p20"/>
                <p:cNvCxnSpPr>
                  <a:stCxn id="481" idx="6"/>
                  <a:endCxn id="483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3" name="Google Shape;483;p20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86" name="Google Shape;486;p21"/>
          <p:cNvSpPr txBox="1"/>
          <p:nvPr>
            <p:ph idx="1" type="subTitle"/>
          </p:nvPr>
        </p:nvSpPr>
        <p:spPr>
          <a:xfrm>
            <a:off x="2433600" y="1354481"/>
            <a:ext cx="4276800" cy="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7" name="Google Shape;487;p21"/>
          <p:cNvSpPr txBox="1"/>
          <p:nvPr>
            <p:ph hasCustomPrompt="1" type="title"/>
          </p:nvPr>
        </p:nvSpPr>
        <p:spPr>
          <a:xfrm>
            <a:off x="3264852" y="666172"/>
            <a:ext cx="26148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8" name="Google Shape;488;p21"/>
          <p:cNvSpPr txBox="1"/>
          <p:nvPr>
            <p:ph idx="2" type="subTitle"/>
          </p:nvPr>
        </p:nvSpPr>
        <p:spPr>
          <a:xfrm>
            <a:off x="2433600" y="2754483"/>
            <a:ext cx="4276800" cy="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9" name="Google Shape;489;p21"/>
          <p:cNvSpPr txBox="1"/>
          <p:nvPr>
            <p:ph hasCustomPrompt="1" idx="3" type="title"/>
          </p:nvPr>
        </p:nvSpPr>
        <p:spPr>
          <a:xfrm>
            <a:off x="3264852" y="2066223"/>
            <a:ext cx="26148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0" name="Google Shape;490;p21"/>
          <p:cNvSpPr txBox="1"/>
          <p:nvPr>
            <p:ph idx="4" type="subTitle"/>
          </p:nvPr>
        </p:nvSpPr>
        <p:spPr>
          <a:xfrm>
            <a:off x="2433600" y="4154485"/>
            <a:ext cx="4276800" cy="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1"/>
          <p:cNvSpPr txBox="1"/>
          <p:nvPr>
            <p:ph hasCustomPrompt="1" idx="5" type="title"/>
          </p:nvPr>
        </p:nvSpPr>
        <p:spPr>
          <a:xfrm>
            <a:off x="3264852" y="3466273"/>
            <a:ext cx="26148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492" name="Google Shape;492;p21"/>
          <p:cNvGrpSpPr/>
          <p:nvPr/>
        </p:nvGrpSpPr>
        <p:grpSpPr>
          <a:xfrm>
            <a:off x="342906" y="258015"/>
            <a:ext cx="8801100" cy="4885490"/>
            <a:chOff x="342906" y="258015"/>
            <a:chExt cx="8801100" cy="4885490"/>
          </a:xfrm>
        </p:grpSpPr>
        <p:grpSp>
          <p:nvGrpSpPr>
            <p:cNvPr id="493" name="Google Shape;493;p21"/>
            <p:cNvGrpSpPr/>
            <p:nvPr/>
          </p:nvGrpSpPr>
          <p:grpSpPr>
            <a:xfrm>
              <a:off x="8707303" y="4220279"/>
              <a:ext cx="436703" cy="923225"/>
              <a:chOff x="4794250" y="3765054"/>
              <a:chExt cx="436703" cy="923225"/>
            </a:xfrm>
          </p:grpSpPr>
          <p:sp>
            <p:nvSpPr>
              <p:cNvPr id="494" name="Google Shape;494;p21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1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1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1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21"/>
            <p:cNvGrpSpPr/>
            <p:nvPr/>
          </p:nvGrpSpPr>
          <p:grpSpPr>
            <a:xfrm>
              <a:off x="342906" y="258015"/>
              <a:ext cx="264435" cy="665216"/>
              <a:chOff x="8625081" y="258015"/>
              <a:chExt cx="264435" cy="665216"/>
            </a:xfrm>
          </p:grpSpPr>
          <p:sp>
            <p:nvSpPr>
              <p:cNvPr id="502" name="Google Shape;502;p21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21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4" name="Google Shape;504;p21"/>
          <p:cNvGrpSpPr/>
          <p:nvPr/>
        </p:nvGrpSpPr>
        <p:grpSpPr>
          <a:xfrm>
            <a:off x="389805" y="94513"/>
            <a:ext cx="7483360" cy="4659036"/>
            <a:chOff x="389805" y="94513"/>
            <a:chExt cx="7483360" cy="4659036"/>
          </a:xfrm>
        </p:grpSpPr>
        <p:grpSp>
          <p:nvGrpSpPr>
            <p:cNvPr id="505" name="Google Shape;505;p21"/>
            <p:cNvGrpSpPr/>
            <p:nvPr/>
          </p:nvGrpSpPr>
          <p:grpSpPr>
            <a:xfrm>
              <a:off x="5777960" y="94513"/>
              <a:ext cx="2095205" cy="350538"/>
              <a:chOff x="1550610" y="4704238"/>
              <a:chExt cx="2095205" cy="350538"/>
            </a:xfrm>
          </p:grpSpPr>
          <p:grpSp>
            <p:nvGrpSpPr>
              <p:cNvPr id="506" name="Google Shape;506;p21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507" name="Google Shape;507;p21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508" name="Google Shape;508;p21"/>
                <p:cNvCxnSpPr>
                  <a:stCxn id="507" idx="6"/>
                  <a:endCxn id="50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09" name="Google Shape;509;p21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510" name="Google Shape;510;p21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511" name="Google Shape;511;p21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512" name="Google Shape;512;p21"/>
                <p:cNvCxnSpPr>
                  <a:stCxn id="511" idx="6"/>
                  <a:endCxn id="513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13" name="Google Shape;513;p21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  <p:grpSp>
          <p:nvGrpSpPr>
            <p:cNvPr id="514" name="Google Shape;514;p21"/>
            <p:cNvGrpSpPr/>
            <p:nvPr/>
          </p:nvGrpSpPr>
          <p:grpSpPr>
            <a:xfrm>
              <a:off x="389805" y="4305433"/>
              <a:ext cx="469058" cy="448115"/>
              <a:chOff x="5348931" y="2165350"/>
              <a:chExt cx="962763" cy="919776"/>
            </a:xfrm>
          </p:grpSpPr>
          <p:sp>
            <p:nvSpPr>
              <p:cNvPr id="515" name="Google Shape;515;p21"/>
              <p:cNvSpPr/>
              <p:nvPr/>
            </p:nvSpPr>
            <p:spPr>
              <a:xfrm>
                <a:off x="5801538" y="2181881"/>
                <a:ext cx="67652" cy="400662"/>
              </a:xfrm>
              <a:custGeom>
                <a:rect b="b" l="l" r="r" t="t"/>
                <a:pathLst>
                  <a:path extrusionOk="0" h="400662" w="67652">
                    <a:moveTo>
                      <a:pt x="0" y="400663"/>
                    </a:moveTo>
                    <a:lnTo>
                      <a:pt x="67653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21"/>
              <p:cNvSpPr/>
              <p:nvPr/>
            </p:nvSpPr>
            <p:spPr>
              <a:xfrm>
                <a:off x="5852753" y="2165350"/>
                <a:ext cx="33066" cy="33063"/>
              </a:xfrm>
              <a:custGeom>
                <a:rect b="b" l="l" r="r" t="t"/>
                <a:pathLst>
                  <a:path extrusionOk="0" h="33063" w="33066">
                    <a:moveTo>
                      <a:pt x="33066" y="16532"/>
                    </a:moveTo>
                    <a:cubicBezTo>
                      <a:pt x="33066" y="7411"/>
                      <a:pt x="25655" y="0"/>
                      <a:pt x="16533" y="0"/>
                    </a:cubicBezTo>
                    <a:cubicBezTo>
                      <a:pt x="7411" y="0"/>
                      <a:pt x="0" y="7411"/>
                      <a:pt x="0" y="16532"/>
                    </a:cubicBezTo>
                    <a:cubicBezTo>
                      <a:pt x="0" y="25653"/>
                      <a:pt x="7411" y="33064"/>
                      <a:pt x="16533" y="33064"/>
                    </a:cubicBezTo>
                    <a:cubicBezTo>
                      <a:pt x="25655" y="33064"/>
                      <a:pt x="33066" y="25653"/>
                      <a:pt x="33066" y="16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21"/>
              <p:cNvSpPr/>
              <p:nvPr/>
            </p:nvSpPr>
            <p:spPr>
              <a:xfrm>
                <a:off x="5365499" y="2582544"/>
                <a:ext cx="436038" cy="31828"/>
              </a:xfrm>
              <a:custGeom>
                <a:rect b="b" l="l" r="r" t="t"/>
                <a:pathLst>
                  <a:path extrusionOk="0" h="31828" w="436038">
                    <a:moveTo>
                      <a:pt x="436039" y="0"/>
                    </a:moveTo>
                    <a:lnTo>
                      <a:pt x="0" y="318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21"/>
              <p:cNvSpPr/>
              <p:nvPr/>
            </p:nvSpPr>
            <p:spPr>
              <a:xfrm>
                <a:off x="5348931" y="2597710"/>
                <a:ext cx="33137" cy="33134"/>
              </a:xfrm>
              <a:custGeom>
                <a:rect b="b" l="l" r="r" t="t"/>
                <a:pathLst>
                  <a:path extrusionOk="0" h="33134" w="33137">
                    <a:moveTo>
                      <a:pt x="14478" y="33004"/>
                    </a:moveTo>
                    <a:cubicBezTo>
                      <a:pt x="5452" y="31864"/>
                      <a:pt x="-1010" y="23598"/>
                      <a:pt x="130" y="14477"/>
                    </a:cubicBezTo>
                    <a:cubicBezTo>
                      <a:pt x="1271" y="5451"/>
                      <a:pt x="9537" y="-1010"/>
                      <a:pt x="18659" y="130"/>
                    </a:cubicBezTo>
                    <a:cubicBezTo>
                      <a:pt x="27686" y="1271"/>
                      <a:pt x="34147" y="9537"/>
                      <a:pt x="33007" y="18658"/>
                    </a:cubicBezTo>
                    <a:cubicBezTo>
                      <a:pt x="31867" y="27684"/>
                      <a:pt x="23600" y="34144"/>
                      <a:pt x="14478" y="330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21"/>
              <p:cNvSpPr/>
              <p:nvPr/>
            </p:nvSpPr>
            <p:spPr>
              <a:xfrm>
                <a:off x="5373766" y="2582544"/>
                <a:ext cx="427772" cy="271827"/>
              </a:xfrm>
              <a:custGeom>
                <a:rect b="b" l="l" r="r" t="t"/>
                <a:pathLst>
                  <a:path extrusionOk="0" h="271827" w="427772">
                    <a:moveTo>
                      <a:pt x="427772" y="0"/>
                    </a:moveTo>
                    <a:lnTo>
                      <a:pt x="0" y="271827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1"/>
              <p:cNvSpPr/>
              <p:nvPr/>
            </p:nvSpPr>
            <p:spPr>
              <a:xfrm>
                <a:off x="5357189" y="2837795"/>
                <a:ext cx="33059" cy="33152"/>
              </a:xfrm>
              <a:custGeom>
                <a:rect b="b" l="l" r="r" t="t"/>
                <a:pathLst>
                  <a:path extrusionOk="0" h="33152" w="33059">
                    <a:moveTo>
                      <a:pt x="2134" y="8405"/>
                    </a:moveTo>
                    <a:cubicBezTo>
                      <a:pt x="-2331" y="16386"/>
                      <a:pt x="424" y="26457"/>
                      <a:pt x="8406" y="31018"/>
                    </a:cubicBezTo>
                    <a:cubicBezTo>
                      <a:pt x="16387" y="35483"/>
                      <a:pt x="26459" y="32728"/>
                      <a:pt x="30925" y="24747"/>
                    </a:cubicBezTo>
                    <a:cubicBezTo>
                      <a:pt x="35391" y="16766"/>
                      <a:pt x="32635" y="6695"/>
                      <a:pt x="24654" y="2134"/>
                    </a:cubicBezTo>
                    <a:cubicBezTo>
                      <a:pt x="16672" y="-2331"/>
                      <a:pt x="6600" y="424"/>
                      <a:pt x="2134" y="84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21"/>
              <p:cNvSpPr/>
              <p:nvPr/>
            </p:nvSpPr>
            <p:spPr>
              <a:xfrm>
                <a:off x="5801538" y="2582544"/>
                <a:ext cx="284959" cy="452918"/>
              </a:xfrm>
              <a:custGeom>
                <a:rect b="b" l="l" r="r" t="t"/>
                <a:pathLst>
                  <a:path extrusionOk="0" h="452918" w="284959">
                    <a:moveTo>
                      <a:pt x="0" y="0"/>
                    </a:moveTo>
                    <a:lnTo>
                      <a:pt x="284960" y="45291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21"/>
              <p:cNvSpPr/>
              <p:nvPr/>
            </p:nvSpPr>
            <p:spPr>
              <a:xfrm>
                <a:off x="6069898" y="3018864"/>
                <a:ext cx="33105" cy="33102"/>
              </a:xfrm>
              <a:custGeom>
                <a:rect b="b" l="l" r="r" t="t"/>
                <a:pathLst>
                  <a:path extrusionOk="0" h="33102" w="33105">
                    <a:moveTo>
                      <a:pt x="3868" y="27145"/>
                    </a:moveTo>
                    <a:cubicBezTo>
                      <a:pt x="9759" y="34176"/>
                      <a:pt x="20116" y="35126"/>
                      <a:pt x="27147" y="29235"/>
                    </a:cubicBezTo>
                    <a:cubicBezTo>
                      <a:pt x="34179" y="23345"/>
                      <a:pt x="35129" y="12988"/>
                      <a:pt x="29238" y="5958"/>
                    </a:cubicBezTo>
                    <a:cubicBezTo>
                      <a:pt x="23346" y="-1073"/>
                      <a:pt x="12894" y="-2023"/>
                      <a:pt x="5958" y="3867"/>
                    </a:cubicBezTo>
                    <a:cubicBezTo>
                      <a:pt x="-1073" y="9758"/>
                      <a:pt x="-2024" y="20209"/>
                      <a:pt x="3868" y="27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1"/>
              <p:cNvSpPr/>
              <p:nvPr/>
            </p:nvSpPr>
            <p:spPr>
              <a:xfrm>
                <a:off x="5558671" y="2582544"/>
                <a:ext cx="242866" cy="485982"/>
              </a:xfrm>
              <a:custGeom>
                <a:rect b="b" l="l" r="r" t="t"/>
                <a:pathLst>
                  <a:path extrusionOk="0" h="485982" w="242866">
                    <a:moveTo>
                      <a:pt x="242867" y="0"/>
                    </a:moveTo>
                    <a:lnTo>
                      <a:pt x="0" y="4859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1"/>
              <p:cNvSpPr/>
              <p:nvPr/>
            </p:nvSpPr>
            <p:spPr>
              <a:xfrm>
                <a:off x="5542111" y="3051927"/>
                <a:ext cx="33161" cy="33199"/>
              </a:xfrm>
              <a:custGeom>
                <a:rect b="b" l="l" r="r" t="t"/>
                <a:pathLst>
                  <a:path extrusionOk="0" h="33199" w="33161">
                    <a:moveTo>
                      <a:pt x="31668" y="23441"/>
                    </a:moveTo>
                    <a:cubicBezTo>
                      <a:pt x="27867" y="31802"/>
                      <a:pt x="18081" y="35507"/>
                      <a:pt x="9719" y="31707"/>
                    </a:cubicBezTo>
                    <a:cubicBezTo>
                      <a:pt x="1357" y="27906"/>
                      <a:pt x="-2253" y="18120"/>
                      <a:pt x="1452" y="9759"/>
                    </a:cubicBezTo>
                    <a:cubicBezTo>
                      <a:pt x="5253" y="1398"/>
                      <a:pt x="15040" y="-2307"/>
                      <a:pt x="23402" y="1493"/>
                    </a:cubicBezTo>
                    <a:cubicBezTo>
                      <a:pt x="31763" y="5294"/>
                      <a:pt x="35469" y="15080"/>
                      <a:pt x="31668" y="23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1"/>
              <p:cNvSpPr/>
              <p:nvPr/>
            </p:nvSpPr>
            <p:spPr>
              <a:xfrm>
                <a:off x="5801538" y="2582544"/>
                <a:ext cx="34586" cy="360282"/>
              </a:xfrm>
              <a:custGeom>
                <a:rect b="b" l="l" r="r" t="t"/>
                <a:pathLst>
                  <a:path extrusionOk="0" h="360282" w="34586">
                    <a:moveTo>
                      <a:pt x="0" y="0"/>
                    </a:moveTo>
                    <a:lnTo>
                      <a:pt x="34587" y="3602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1"/>
              <p:cNvSpPr/>
              <p:nvPr/>
            </p:nvSpPr>
            <p:spPr>
              <a:xfrm>
                <a:off x="5819494" y="2926292"/>
                <a:ext cx="33167" cy="33164"/>
              </a:xfrm>
              <a:custGeom>
                <a:rect b="b" l="l" r="r" t="t"/>
                <a:pathLst>
                  <a:path extrusionOk="0" h="33164" w="33167">
                    <a:moveTo>
                      <a:pt x="573" y="20905"/>
                    </a:moveTo>
                    <a:cubicBezTo>
                      <a:pt x="2948" y="29741"/>
                      <a:pt x="12070" y="34967"/>
                      <a:pt x="20907" y="32592"/>
                    </a:cubicBezTo>
                    <a:cubicBezTo>
                      <a:pt x="29744" y="30216"/>
                      <a:pt x="34970" y="21095"/>
                      <a:pt x="32594" y="12259"/>
                    </a:cubicBezTo>
                    <a:cubicBezTo>
                      <a:pt x="30219" y="3423"/>
                      <a:pt x="21097" y="-1802"/>
                      <a:pt x="12260" y="573"/>
                    </a:cubicBezTo>
                    <a:cubicBezTo>
                      <a:pt x="3424" y="2948"/>
                      <a:pt x="-1802" y="12069"/>
                      <a:pt x="573" y="209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1"/>
              <p:cNvSpPr/>
              <p:nvPr/>
            </p:nvSpPr>
            <p:spPr>
              <a:xfrm>
                <a:off x="5801538" y="2582544"/>
                <a:ext cx="301587" cy="163609"/>
              </a:xfrm>
              <a:custGeom>
                <a:rect b="b" l="l" r="r" t="t"/>
                <a:pathLst>
                  <a:path extrusionOk="0" h="163609" w="301587">
                    <a:moveTo>
                      <a:pt x="0" y="0"/>
                    </a:moveTo>
                    <a:lnTo>
                      <a:pt x="301588" y="16360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1"/>
              <p:cNvSpPr/>
              <p:nvPr/>
            </p:nvSpPr>
            <p:spPr>
              <a:xfrm>
                <a:off x="6086443" y="2729567"/>
                <a:ext cx="33157" cy="33077"/>
              </a:xfrm>
              <a:custGeom>
                <a:rect b="b" l="l" r="r" t="t"/>
                <a:pathLst>
                  <a:path extrusionOk="0" h="33077" w="33157">
                    <a:moveTo>
                      <a:pt x="27040" y="3665"/>
                    </a:moveTo>
                    <a:cubicBezTo>
                      <a:pt x="34166" y="9461"/>
                      <a:pt x="35211" y="19817"/>
                      <a:pt x="29415" y="26943"/>
                    </a:cubicBezTo>
                    <a:cubicBezTo>
                      <a:pt x="23619" y="34069"/>
                      <a:pt x="13262" y="35114"/>
                      <a:pt x="6136" y="29413"/>
                    </a:cubicBezTo>
                    <a:cubicBezTo>
                      <a:pt x="-991" y="23617"/>
                      <a:pt x="-2036" y="13261"/>
                      <a:pt x="3665" y="6135"/>
                    </a:cubicBezTo>
                    <a:cubicBezTo>
                      <a:pt x="9461" y="-991"/>
                      <a:pt x="19913" y="-2036"/>
                      <a:pt x="26945" y="36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1"/>
              <p:cNvSpPr/>
              <p:nvPr/>
            </p:nvSpPr>
            <p:spPr>
              <a:xfrm>
                <a:off x="5801538" y="2582544"/>
                <a:ext cx="493524" cy="75628"/>
              </a:xfrm>
              <a:custGeom>
                <a:rect b="b" l="l" r="r" t="t"/>
                <a:pathLst>
                  <a:path extrusionOk="0" h="75628" w="493524">
                    <a:moveTo>
                      <a:pt x="0" y="0"/>
                    </a:moveTo>
                    <a:lnTo>
                      <a:pt x="493525" y="756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21"/>
              <p:cNvSpPr/>
              <p:nvPr/>
            </p:nvSpPr>
            <p:spPr>
              <a:xfrm>
                <a:off x="6278620" y="2641627"/>
                <a:ext cx="33074" cy="33082"/>
              </a:xfrm>
              <a:custGeom>
                <a:rect b="b" l="l" r="r" t="t"/>
                <a:pathLst>
                  <a:path extrusionOk="0" h="33082" w="33074">
                    <a:moveTo>
                      <a:pt x="22143" y="32128"/>
                    </a:moveTo>
                    <a:cubicBezTo>
                      <a:pt x="30695" y="28993"/>
                      <a:pt x="35161" y="19492"/>
                      <a:pt x="32120" y="10941"/>
                    </a:cubicBezTo>
                    <a:cubicBezTo>
                      <a:pt x="28985" y="2295"/>
                      <a:pt x="19483" y="-2076"/>
                      <a:pt x="10931" y="964"/>
                    </a:cubicBezTo>
                    <a:cubicBezTo>
                      <a:pt x="2380" y="4100"/>
                      <a:pt x="-2086" y="13601"/>
                      <a:pt x="954" y="22152"/>
                    </a:cubicBezTo>
                    <a:cubicBezTo>
                      <a:pt x="4090" y="30703"/>
                      <a:pt x="13592" y="35169"/>
                      <a:pt x="22143" y="32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21"/>
              <p:cNvSpPr/>
              <p:nvPr/>
            </p:nvSpPr>
            <p:spPr>
              <a:xfrm>
                <a:off x="5801538" y="2522307"/>
                <a:ext cx="310329" cy="60237"/>
              </a:xfrm>
              <a:custGeom>
                <a:rect b="b" l="l" r="r" t="t"/>
                <a:pathLst>
                  <a:path extrusionOk="0" h="60237" w="310329">
                    <a:moveTo>
                      <a:pt x="0" y="60237"/>
                    </a:moveTo>
                    <a:lnTo>
                      <a:pt x="31033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21"/>
              <p:cNvSpPr/>
              <p:nvPr/>
            </p:nvSpPr>
            <p:spPr>
              <a:xfrm>
                <a:off x="6095279" y="2505815"/>
                <a:ext cx="33082" cy="33181"/>
              </a:xfrm>
              <a:custGeom>
                <a:rect b="b" l="l" r="r" t="t"/>
                <a:pathLst>
                  <a:path extrusionOk="0" h="33181" w="33082">
                    <a:moveTo>
                      <a:pt x="11647" y="720"/>
                    </a:moveTo>
                    <a:cubicBezTo>
                      <a:pt x="20389" y="-1940"/>
                      <a:pt x="29606" y="3000"/>
                      <a:pt x="32361" y="11741"/>
                    </a:cubicBezTo>
                    <a:cubicBezTo>
                      <a:pt x="35022" y="20483"/>
                      <a:pt x="30081" y="29794"/>
                      <a:pt x="21434" y="32454"/>
                    </a:cubicBezTo>
                    <a:cubicBezTo>
                      <a:pt x="12692" y="35114"/>
                      <a:pt x="3476" y="30269"/>
                      <a:pt x="720" y="21433"/>
                    </a:cubicBezTo>
                    <a:cubicBezTo>
                      <a:pt x="-1940" y="12692"/>
                      <a:pt x="3001" y="3380"/>
                      <a:pt x="11742" y="7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21"/>
              <p:cNvSpPr/>
              <p:nvPr/>
            </p:nvSpPr>
            <p:spPr>
              <a:xfrm>
                <a:off x="5801538" y="2334755"/>
                <a:ext cx="351757" cy="247789"/>
              </a:xfrm>
              <a:custGeom>
                <a:rect b="b" l="l" r="r" t="t"/>
                <a:pathLst>
                  <a:path extrusionOk="0" h="247789" w="351757">
                    <a:moveTo>
                      <a:pt x="0" y="247789"/>
                    </a:moveTo>
                    <a:lnTo>
                      <a:pt x="351758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21"/>
              <p:cNvSpPr/>
              <p:nvPr/>
            </p:nvSpPr>
            <p:spPr>
              <a:xfrm>
                <a:off x="6136778" y="2318143"/>
                <a:ext cx="33129" cy="33127"/>
              </a:xfrm>
              <a:custGeom>
                <a:rect b="b" l="l" r="r" t="t"/>
                <a:pathLst>
                  <a:path extrusionOk="0" h="33127" w="33129">
                    <a:moveTo>
                      <a:pt x="27539" y="28963"/>
                    </a:moveTo>
                    <a:cubicBezTo>
                      <a:pt x="34381" y="22882"/>
                      <a:pt x="35046" y="12431"/>
                      <a:pt x="28965" y="5590"/>
                    </a:cubicBezTo>
                    <a:cubicBezTo>
                      <a:pt x="22884" y="-1251"/>
                      <a:pt x="12432" y="-1916"/>
                      <a:pt x="5590" y="4165"/>
                    </a:cubicBezTo>
                    <a:cubicBezTo>
                      <a:pt x="-1251" y="10245"/>
                      <a:pt x="-1916" y="20697"/>
                      <a:pt x="4165" y="27537"/>
                    </a:cubicBezTo>
                    <a:cubicBezTo>
                      <a:pt x="10246" y="34378"/>
                      <a:pt x="20698" y="35043"/>
                      <a:pt x="27539" y="289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1"/>
              <p:cNvSpPr/>
              <p:nvPr/>
            </p:nvSpPr>
            <p:spPr>
              <a:xfrm>
                <a:off x="5801538" y="2318223"/>
                <a:ext cx="185380" cy="264321"/>
              </a:xfrm>
              <a:custGeom>
                <a:rect b="b" l="l" r="r" t="t"/>
                <a:pathLst>
                  <a:path extrusionOk="0" h="264321" w="185380">
                    <a:moveTo>
                      <a:pt x="0" y="264321"/>
                    </a:moveTo>
                    <a:lnTo>
                      <a:pt x="185381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21"/>
              <p:cNvSpPr/>
              <p:nvPr/>
            </p:nvSpPr>
            <p:spPr>
              <a:xfrm>
                <a:off x="5970434" y="2301644"/>
                <a:ext cx="33064" cy="33062"/>
              </a:xfrm>
              <a:custGeom>
                <a:rect b="b" l="l" r="r" t="t"/>
                <a:pathLst>
                  <a:path extrusionOk="0" h="33062" w="33064">
                    <a:moveTo>
                      <a:pt x="3277" y="6602"/>
                    </a:moveTo>
                    <a:cubicBezTo>
                      <a:pt x="8788" y="-713"/>
                      <a:pt x="19145" y="-2139"/>
                      <a:pt x="26462" y="3277"/>
                    </a:cubicBezTo>
                    <a:cubicBezTo>
                      <a:pt x="33778" y="8788"/>
                      <a:pt x="35203" y="19144"/>
                      <a:pt x="29787" y="26460"/>
                    </a:cubicBezTo>
                    <a:cubicBezTo>
                      <a:pt x="24276" y="33776"/>
                      <a:pt x="13919" y="35201"/>
                      <a:pt x="6603" y="29785"/>
                    </a:cubicBezTo>
                    <a:cubicBezTo>
                      <a:pt x="-713" y="24275"/>
                      <a:pt x="-2139" y="13918"/>
                      <a:pt x="3277" y="66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21"/>
              <p:cNvSpPr/>
              <p:nvPr/>
            </p:nvSpPr>
            <p:spPr>
              <a:xfrm>
                <a:off x="5751273" y="2429006"/>
                <a:ext cx="50264" cy="153538"/>
              </a:xfrm>
              <a:custGeom>
                <a:rect b="b" l="l" r="r" t="t"/>
                <a:pathLst>
                  <a:path extrusionOk="0" h="153538" w="50264">
                    <a:moveTo>
                      <a:pt x="50265" y="15353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1"/>
              <p:cNvSpPr/>
              <p:nvPr/>
            </p:nvSpPr>
            <p:spPr>
              <a:xfrm>
                <a:off x="5734608" y="2412437"/>
                <a:ext cx="33140" cy="33137"/>
              </a:xfrm>
              <a:custGeom>
                <a:rect b="b" l="l" r="r" t="t"/>
                <a:pathLst>
                  <a:path extrusionOk="0" h="33137" w="33140">
                    <a:moveTo>
                      <a:pt x="31393" y="9158"/>
                    </a:moveTo>
                    <a:cubicBezTo>
                      <a:pt x="27307" y="987"/>
                      <a:pt x="17330" y="-2338"/>
                      <a:pt x="9159" y="1747"/>
                    </a:cubicBezTo>
                    <a:cubicBezTo>
                      <a:pt x="987" y="5833"/>
                      <a:pt x="-2338" y="15809"/>
                      <a:pt x="1747" y="23980"/>
                    </a:cubicBezTo>
                    <a:cubicBezTo>
                      <a:pt x="5833" y="32151"/>
                      <a:pt x="15810" y="35476"/>
                      <a:pt x="23982" y="31391"/>
                    </a:cubicBezTo>
                    <a:cubicBezTo>
                      <a:pt x="32153" y="27305"/>
                      <a:pt x="35479" y="17329"/>
                      <a:pt x="31393" y="9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1"/>
              <p:cNvSpPr/>
              <p:nvPr/>
            </p:nvSpPr>
            <p:spPr>
              <a:xfrm>
                <a:off x="5645898" y="2364873"/>
                <a:ext cx="155639" cy="217670"/>
              </a:xfrm>
              <a:custGeom>
                <a:rect b="b" l="l" r="r" t="t"/>
                <a:pathLst>
                  <a:path extrusionOk="0" h="217670" w="155639">
                    <a:moveTo>
                      <a:pt x="155640" y="21767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1"/>
              <p:cNvSpPr/>
              <p:nvPr/>
            </p:nvSpPr>
            <p:spPr>
              <a:xfrm>
                <a:off x="5629348" y="2348230"/>
                <a:ext cx="33194" cy="33191"/>
              </a:xfrm>
              <a:custGeom>
                <a:rect b="b" l="l" r="r" t="t"/>
                <a:pathLst>
                  <a:path extrusionOk="0" h="33191" w="33194">
                    <a:moveTo>
                      <a:pt x="1347" y="23104"/>
                    </a:moveTo>
                    <a:cubicBezTo>
                      <a:pt x="-2264" y="14743"/>
                      <a:pt x="1632" y="4957"/>
                      <a:pt x="10088" y="1347"/>
                    </a:cubicBezTo>
                    <a:cubicBezTo>
                      <a:pt x="18545" y="-2264"/>
                      <a:pt x="28237" y="1632"/>
                      <a:pt x="31848" y="10088"/>
                    </a:cubicBezTo>
                    <a:cubicBezTo>
                      <a:pt x="35458" y="18449"/>
                      <a:pt x="31563" y="28235"/>
                      <a:pt x="23106" y="31845"/>
                    </a:cubicBezTo>
                    <a:cubicBezTo>
                      <a:pt x="14649" y="35456"/>
                      <a:pt x="4958" y="31560"/>
                      <a:pt x="1347" y="231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1"/>
              <p:cNvSpPr/>
              <p:nvPr/>
            </p:nvSpPr>
            <p:spPr>
              <a:xfrm>
                <a:off x="5484937" y="2281263"/>
                <a:ext cx="316600" cy="301280"/>
              </a:xfrm>
              <a:custGeom>
                <a:rect b="b" l="l" r="r" t="t"/>
                <a:pathLst>
                  <a:path extrusionOk="0" h="301280" w="316600">
                    <a:moveTo>
                      <a:pt x="316601" y="30128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1"/>
              <p:cNvSpPr/>
              <p:nvPr/>
            </p:nvSpPr>
            <p:spPr>
              <a:xfrm>
                <a:off x="5468369" y="2264696"/>
                <a:ext cx="33136" cy="33133"/>
              </a:xfrm>
              <a:custGeom>
                <a:rect b="b" l="l" r="r" t="t"/>
                <a:pathLst>
                  <a:path extrusionOk="0" h="33133" w="33136">
                    <a:moveTo>
                      <a:pt x="24360" y="1935"/>
                    </a:moveTo>
                    <a:cubicBezTo>
                      <a:pt x="16283" y="-2340"/>
                      <a:pt x="6211" y="700"/>
                      <a:pt x="1935" y="8776"/>
                    </a:cubicBezTo>
                    <a:cubicBezTo>
                      <a:pt x="-2341" y="16852"/>
                      <a:pt x="700" y="26828"/>
                      <a:pt x="8777" y="31199"/>
                    </a:cubicBezTo>
                    <a:cubicBezTo>
                      <a:pt x="16853" y="35474"/>
                      <a:pt x="26830" y="32434"/>
                      <a:pt x="31201" y="24358"/>
                    </a:cubicBezTo>
                    <a:cubicBezTo>
                      <a:pt x="35477" y="16282"/>
                      <a:pt x="32436" y="6306"/>
                      <a:pt x="24360" y="19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1"/>
              <p:cNvSpPr/>
              <p:nvPr/>
            </p:nvSpPr>
            <p:spPr>
              <a:xfrm>
                <a:off x="5451776" y="2462165"/>
                <a:ext cx="349762" cy="120379"/>
              </a:xfrm>
              <a:custGeom>
                <a:rect b="b" l="l" r="r" t="t"/>
                <a:pathLst>
                  <a:path extrusionOk="0" h="120379" w="349762">
                    <a:moveTo>
                      <a:pt x="349762" y="120379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1"/>
              <p:cNvSpPr/>
              <p:nvPr/>
            </p:nvSpPr>
            <p:spPr>
              <a:xfrm>
                <a:off x="5435266" y="2445562"/>
                <a:ext cx="33079" cy="33077"/>
              </a:xfrm>
              <a:custGeom>
                <a:rect b="b" l="l" r="r" t="t"/>
                <a:pathLst>
                  <a:path extrusionOk="0" h="33077" w="33079">
                    <a:moveTo>
                      <a:pt x="9193" y="31425"/>
                    </a:moveTo>
                    <a:cubicBezTo>
                      <a:pt x="1021" y="27339"/>
                      <a:pt x="-2304" y="17458"/>
                      <a:pt x="1687" y="9192"/>
                    </a:cubicBezTo>
                    <a:cubicBezTo>
                      <a:pt x="5772" y="1021"/>
                      <a:pt x="15654" y="-2304"/>
                      <a:pt x="23921" y="1686"/>
                    </a:cubicBezTo>
                    <a:cubicBezTo>
                      <a:pt x="32092" y="5772"/>
                      <a:pt x="35418" y="15653"/>
                      <a:pt x="31332" y="23919"/>
                    </a:cubicBezTo>
                    <a:cubicBezTo>
                      <a:pt x="27246" y="32090"/>
                      <a:pt x="17365" y="35415"/>
                      <a:pt x="9098" y="313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546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7" name="Google Shape;547;p22"/>
          <p:cNvSpPr txBox="1"/>
          <p:nvPr>
            <p:ph type="ctrTitle"/>
          </p:nvPr>
        </p:nvSpPr>
        <p:spPr>
          <a:xfrm>
            <a:off x="3133125" y="797263"/>
            <a:ext cx="2877600" cy="88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3133125" y="1578513"/>
            <a:ext cx="2877600" cy="9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3133263" y="3370309"/>
            <a:ext cx="287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CREDITS: This presentation template was created by </a:t>
            </a:r>
            <a:r>
              <a:rPr b="1" lang="fr" sz="1000">
                <a:solidFill>
                  <a:schemeClr val="dk1"/>
                </a:solidFill>
                <a:uFill>
                  <a:noFill/>
                </a:uFill>
                <a:latin typeface="Inter Tight"/>
                <a:ea typeface="Inter Tight"/>
                <a:cs typeface="Inter Tight"/>
                <a:sym typeface="Inter T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, including icons by </a:t>
            </a:r>
            <a:r>
              <a:rPr b="1" lang="fr" sz="1000">
                <a:solidFill>
                  <a:schemeClr val="dk1"/>
                </a:solidFill>
                <a:uFill>
                  <a:noFill/>
                </a:uFill>
                <a:latin typeface="Inter Tight"/>
                <a:ea typeface="Inter Tight"/>
                <a:cs typeface="Inter Tight"/>
                <a:sym typeface="Inter T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fr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r>
              <a:rPr lang="fr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and infographics &amp; images by </a:t>
            </a:r>
            <a:r>
              <a:rPr b="1" lang="fr" sz="1000">
                <a:solidFill>
                  <a:schemeClr val="dk1"/>
                </a:solidFill>
                <a:uFill>
                  <a:noFill/>
                </a:uFill>
                <a:latin typeface="Inter Tight"/>
                <a:ea typeface="Inter Tight"/>
                <a:cs typeface="Inter Tight"/>
                <a:sym typeface="Inter T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550" name="Google Shape;550;p22"/>
          <p:cNvGrpSpPr/>
          <p:nvPr/>
        </p:nvGrpSpPr>
        <p:grpSpPr>
          <a:xfrm>
            <a:off x="4183460" y="4603989"/>
            <a:ext cx="5518197" cy="1079100"/>
            <a:chOff x="4183460" y="4603989"/>
            <a:chExt cx="5518197" cy="1079100"/>
          </a:xfrm>
        </p:grpSpPr>
        <p:grpSp>
          <p:nvGrpSpPr>
            <p:cNvPr id="551" name="Google Shape;551;p22"/>
            <p:cNvGrpSpPr/>
            <p:nvPr/>
          </p:nvGrpSpPr>
          <p:grpSpPr>
            <a:xfrm>
              <a:off x="4183460" y="4704200"/>
              <a:ext cx="2095205" cy="350538"/>
              <a:chOff x="1550610" y="4704238"/>
              <a:chExt cx="2095205" cy="350538"/>
            </a:xfrm>
          </p:grpSpPr>
          <p:grpSp>
            <p:nvGrpSpPr>
              <p:cNvPr id="552" name="Google Shape;552;p22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553" name="Google Shape;553;p22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554" name="Google Shape;554;p22"/>
                <p:cNvCxnSpPr>
                  <a:stCxn id="553" idx="6"/>
                  <a:endCxn id="555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55" name="Google Shape;555;p22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556" name="Google Shape;556;p22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557" name="Google Shape;557;p22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558" name="Google Shape;558;p22"/>
                <p:cNvCxnSpPr>
                  <a:stCxn id="557" idx="6"/>
                  <a:endCxn id="55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59" name="Google Shape;559;p22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  <p:grpSp>
          <p:nvGrpSpPr>
            <p:cNvPr id="560" name="Google Shape;560;p22"/>
            <p:cNvGrpSpPr/>
            <p:nvPr/>
          </p:nvGrpSpPr>
          <p:grpSpPr>
            <a:xfrm>
              <a:off x="8622558" y="4603989"/>
              <a:ext cx="1079100" cy="1079100"/>
              <a:chOff x="8359400" y="1569464"/>
              <a:chExt cx="1079100" cy="1079100"/>
            </a:xfrm>
          </p:grpSpPr>
          <p:sp>
            <p:nvSpPr>
              <p:cNvPr id="561" name="Google Shape;561;p22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3" name="Google Shape;563;p22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4" name="Google Shape;564;p22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6" name="Google Shape;566;p22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7" name="Google Shape;567;p22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8" name="Google Shape;568;p22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9" name="Google Shape;569;p22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70" name="Google Shape;570;p22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571" name="Google Shape;571;p22"/>
          <p:cNvGrpSpPr/>
          <p:nvPr/>
        </p:nvGrpSpPr>
        <p:grpSpPr>
          <a:xfrm>
            <a:off x="11" y="198238"/>
            <a:ext cx="1868464" cy="4945267"/>
            <a:chOff x="11" y="198238"/>
            <a:chExt cx="1868464" cy="4945267"/>
          </a:xfrm>
        </p:grpSpPr>
        <p:grpSp>
          <p:nvGrpSpPr>
            <p:cNvPr id="572" name="Google Shape;572;p22"/>
            <p:cNvGrpSpPr/>
            <p:nvPr/>
          </p:nvGrpSpPr>
          <p:grpSpPr>
            <a:xfrm>
              <a:off x="1399375" y="198238"/>
              <a:ext cx="469100" cy="125100"/>
              <a:chOff x="4540000" y="294675"/>
              <a:chExt cx="469100" cy="125100"/>
            </a:xfrm>
          </p:grpSpPr>
          <p:sp>
            <p:nvSpPr>
              <p:cNvPr id="573" name="Google Shape;573;p22"/>
              <p:cNvSpPr/>
              <p:nvPr/>
            </p:nvSpPr>
            <p:spPr>
              <a:xfrm rot="-5400000">
                <a:off x="45316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74" name="Google Shape;574;p22"/>
              <p:cNvSpPr/>
              <p:nvPr/>
            </p:nvSpPr>
            <p:spPr>
              <a:xfrm rot="-5400000">
                <a:off x="47120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75" name="Google Shape;575;p22"/>
              <p:cNvSpPr/>
              <p:nvPr/>
            </p:nvSpPr>
            <p:spPr>
              <a:xfrm rot="-5400000">
                <a:off x="48924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576" name="Google Shape;576;p22"/>
            <p:cNvGrpSpPr/>
            <p:nvPr/>
          </p:nvGrpSpPr>
          <p:grpSpPr>
            <a:xfrm flipH="1">
              <a:off x="11" y="4220279"/>
              <a:ext cx="436703" cy="923225"/>
              <a:chOff x="4794250" y="3765054"/>
              <a:chExt cx="436703" cy="923225"/>
            </a:xfrm>
          </p:grpSpPr>
          <p:sp>
            <p:nvSpPr>
              <p:cNvPr id="577" name="Google Shape;577;p22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2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2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2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2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2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2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3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546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546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588" name="Google Shape;588;p24"/>
          <p:cNvGrpSpPr/>
          <p:nvPr/>
        </p:nvGrpSpPr>
        <p:grpSpPr>
          <a:xfrm>
            <a:off x="347731" y="4"/>
            <a:ext cx="8796275" cy="4758027"/>
            <a:chOff x="347731" y="4"/>
            <a:chExt cx="8796275" cy="4758027"/>
          </a:xfrm>
        </p:grpSpPr>
        <p:grpSp>
          <p:nvGrpSpPr>
            <p:cNvPr id="589" name="Google Shape;589;p24"/>
            <p:cNvGrpSpPr/>
            <p:nvPr/>
          </p:nvGrpSpPr>
          <p:grpSpPr>
            <a:xfrm flipH="1" rot="10800000">
              <a:off x="8707303" y="4"/>
              <a:ext cx="436703" cy="923225"/>
              <a:chOff x="4794250" y="3765054"/>
              <a:chExt cx="436703" cy="923225"/>
            </a:xfrm>
          </p:grpSpPr>
          <p:sp>
            <p:nvSpPr>
              <p:cNvPr id="590" name="Google Shape;590;p24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4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4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4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4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4"/>
            <p:cNvGrpSpPr/>
            <p:nvPr/>
          </p:nvGrpSpPr>
          <p:grpSpPr>
            <a:xfrm>
              <a:off x="347731" y="4092815"/>
              <a:ext cx="264435" cy="665216"/>
              <a:chOff x="8625081" y="258015"/>
              <a:chExt cx="264435" cy="665216"/>
            </a:xfrm>
          </p:grpSpPr>
          <p:sp>
            <p:nvSpPr>
              <p:cNvPr id="598" name="Google Shape;598;p24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4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0" name="Google Shape;600;p24"/>
          <p:cNvGrpSpPr/>
          <p:nvPr/>
        </p:nvGrpSpPr>
        <p:grpSpPr>
          <a:xfrm>
            <a:off x="668085" y="94513"/>
            <a:ext cx="8070203" cy="4663511"/>
            <a:chOff x="668085" y="94513"/>
            <a:chExt cx="8070203" cy="4663511"/>
          </a:xfrm>
        </p:grpSpPr>
        <p:grpSp>
          <p:nvGrpSpPr>
            <p:cNvPr id="601" name="Google Shape;601;p24"/>
            <p:cNvGrpSpPr/>
            <p:nvPr/>
          </p:nvGrpSpPr>
          <p:grpSpPr>
            <a:xfrm>
              <a:off x="8269230" y="4309908"/>
              <a:ext cx="469058" cy="448115"/>
              <a:chOff x="5348931" y="2165350"/>
              <a:chExt cx="962763" cy="919776"/>
            </a:xfrm>
          </p:grpSpPr>
          <p:sp>
            <p:nvSpPr>
              <p:cNvPr id="602" name="Google Shape;602;p24"/>
              <p:cNvSpPr/>
              <p:nvPr/>
            </p:nvSpPr>
            <p:spPr>
              <a:xfrm>
                <a:off x="5801538" y="2181881"/>
                <a:ext cx="67652" cy="400662"/>
              </a:xfrm>
              <a:custGeom>
                <a:rect b="b" l="l" r="r" t="t"/>
                <a:pathLst>
                  <a:path extrusionOk="0" h="400662" w="67652">
                    <a:moveTo>
                      <a:pt x="0" y="400663"/>
                    </a:moveTo>
                    <a:lnTo>
                      <a:pt x="67653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4"/>
              <p:cNvSpPr/>
              <p:nvPr/>
            </p:nvSpPr>
            <p:spPr>
              <a:xfrm>
                <a:off x="5852753" y="2165350"/>
                <a:ext cx="33066" cy="33063"/>
              </a:xfrm>
              <a:custGeom>
                <a:rect b="b" l="l" r="r" t="t"/>
                <a:pathLst>
                  <a:path extrusionOk="0" h="33063" w="33066">
                    <a:moveTo>
                      <a:pt x="33066" y="16532"/>
                    </a:moveTo>
                    <a:cubicBezTo>
                      <a:pt x="33066" y="7411"/>
                      <a:pt x="25655" y="0"/>
                      <a:pt x="16533" y="0"/>
                    </a:cubicBezTo>
                    <a:cubicBezTo>
                      <a:pt x="7411" y="0"/>
                      <a:pt x="0" y="7411"/>
                      <a:pt x="0" y="16532"/>
                    </a:cubicBezTo>
                    <a:cubicBezTo>
                      <a:pt x="0" y="25653"/>
                      <a:pt x="7411" y="33064"/>
                      <a:pt x="16533" y="33064"/>
                    </a:cubicBezTo>
                    <a:cubicBezTo>
                      <a:pt x="25655" y="33064"/>
                      <a:pt x="33066" y="25653"/>
                      <a:pt x="33066" y="16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4"/>
              <p:cNvSpPr/>
              <p:nvPr/>
            </p:nvSpPr>
            <p:spPr>
              <a:xfrm>
                <a:off x="5365499" y="2582544"/>
                <a:ext cx="436038" cy="31828"/>
              </a:xfrm>
              <a:custGeom>
                <a:rect b="b" l="l" r="r" t="t"/>
                <a:pathLst>
                  <a:path extrusionOk="0" h="31828" w="436038">
                    <a:moveTo>
                      <a:pt x="436039" y="0"/>
                    </a:moveTo>
                    <a:lnTo>
                      <a:pt x="0" y="318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4"/>
              <p:cNvSpPr/>
              <p:nvPr/>
            </p:nvSpPr>
            <p:spPr>
              <a:xfrm>
                <a:off x="5348931" y="2597710"/>
                <a:ext cx="33137" cy="33134"/>
              </a:xfrm>
              <a:custGeom>
                <a:rect b="b" l="l" r="r" t="t"/>
                <a:pathLst>
                  <a:path extrusionOk="0" h="33134" w="33137">
                    <a:moveTo>
                      <a:pt x="14478" y="33004"/>
                    </a:moveTo>
                    <a:cubicBezTo>
                      <a:pt x="5452" y="31864"/>
                      <a:pt x="-1010" y="23598"/>
                      <a:pt x="130" y="14477"/>
                    </a:cubicBezTo>
                    <a:cubicBezTo>
                      <a:pt x="1271" y="5451"/>
                      <a:pt x="9537" y="-1010"/>
                      <a:pt x="18659" y="130"/>
                    </a:cubicBezTo>
                    <a:cubicBezTo>
                      <a:pt x="27686" y="1271"/>
                      <a:pt x="34147" y="9537"/>
                      <a:pt x="33007" y="18658"/>
                    </a:cubicBezTo>
                    <a:cubicBezTo>
                      <a:pt x="31867" y="27684"/>
                      <a:pt x="23600" y="34144"/>
                      <a:pt x="14478" y="330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4"/>
              <p:cNvSpPr/>
              <p:nvPr/>
            </p:nvSpPr>
            <p:spPr>
              <a:xfrm>
                <a:off x="5373766" y="2582544"/>
                <a:ext cx="427772" cy="271827"/>
              </a:xfrm>
              <a:custGeom>
                <a:rect b="b" l="l" r="r" t="t"/>
                <a:pathLst>
                  <a:path extrusionOk="0" h="271827" w="427772">
                    <a:moveTo>
                      <a:pt x="427772" y="0"/>
                    </a:moveTo>
                    <a:lnTo>
                      <a:pt x="0" y="271827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4"/>
              <p:cNvSpPr/>
              <p:nvPr/>
            </p:nvSpPr>
            <p:spPr>
              <a:xfrm>
                <a:off x="5357189" y="2837795"/>
                <a:ext cx="33059" cy="33152"/>
              </a:xfrm>
              <a:custGeom>
                <a:rect b="b" l="l" r="r" t="t"/>
                <a:pathLst>
                  <a:path extrusionOk="0" h="33152" w="33059">
                    <a:moveTo>
                      <a:pt x="2134" y="8405"/>
                    </a:moveTo>
                    <a:cubicBezTo>
                      <a:pt x="-2331" y="16386"/>
                      <a:pt x="424" y="26457"/>
                      <a:pt x="8406" y="31018"/>
                    </a:cubicBezTo>
                    <a:cubicBezTo>
                      <a:pt x="16387" y="35483"/>
                      <a:pt x="26459" y="32728"/>
                      <a:pt x="30925" y="24747"/>
                    </a:cubicBezTo>
                    <a:cubicBezTo>
                      <a:pt x="35391" y="16766"/>
                      <a:pt x="32635" y="6695"/>
                      <a:pt x="24654" y="2134"/>
                    </a:cubicBezTo>
                    <a:cubicBezTo>
                      <a:pt x="16672" y="-2331"/>
                      <a:pt x="6600" y="424"/>
                      <a:pt x="2134" y="84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4"/>
              <p:cNvSpPr/>
              <p:nvPr/>
            </p:nvSpPr>
            <p:spPr>
              <a:xfrm>
                <a:off x="5801538" y="2582544"/>
                <a:ext cx="284959" cy="452918"/>
              </a:xfrm>
              <a:custGeom>
                <a:rect b="b" l="l" r="r" t="t"/>
                <a:pathLst>
                  <a:path extrusionOk="0" h="452918" w="284959">
                    <a:moveTo>
                      <a:pt x="0" y="0"/>
                    </a:moveTo>
                    <a:lnTo>
                      <a:pt x="284960" y="45291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4"/>
              <p:cNvSpPr/>
              <p:nvPr/>
            </p:nvSpPr>
            <p:spPr>
              <a:xfrm>
                <a:off x="6069898" y="3018864"/>
                <a:ext cx="33105" cy="33102"/>
              </a:xfrm>
              <a:custGeom>
                <a:rect b="b" l="l" r="r" t="t"/>
                <a:pathLst>
                  <a:path extrusionOk="0" h="33102" w="33105">
                    <a:moveTo>
                      <a:pt x="3868" y="27145"/>
                    </a:moveTo>
                    <a:cubicBezTo>
                      <a:pt x="9759" y="34176"/>
                      <a:pt x="20116" y="35126"/>
                      <a:pt x="27147" y="29235"/>
                    </a:cubicBezTo>
                    <a:cubicBezTo>
                      <a:pt x="34179" y="23345"/>
                      <a:pt x="35129" y="12988"/>
                      <a:pt x="29238" y="5958"/>
                    </a:cubicBezTo>
                    <a:cubicBezTo>
                      <a:pt x="23346" y="-1073"/>
                      <a:pt x="12894" y="-2023"/>
                      <a:pt x="5958" y="3867"/>
                    </a:cubicBezTo>
                    <a:cubicBezTo>
                      <a:pt x="-1073" y="9758"/>
                      <a:pt x="-2024" y="20209"/>
                      <a:pt x="3868" y="27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4"/>
              <p:cNvSpPr/>
              <p:nvPr/>
            </p:nvSpPr>
            <p:spPr>
              <a:xfrm>
                <a:off x="5558671" y="2582544"/>
                <a:ext cx="242866" cy="485982"/>
              </a:xfrm>
              <a:custGeom>
                <a:rect b="b" l="l" r="r" t="t"/>
                <a:pathLst>
                  <a:path extrusionOk="0" h="485982" w="242866">
                    <a:moveTo>
                      <a:pt x="242867" y="0"/>
                    </a:moveTo>
                    <a:lnTo>
                      <a:pt x="0" y="4859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24"/>
              <p:cNvSpPr/>
              <p:nvPr/>
            </p:nvSpPr>
            <p:spPr>
              <a:xfrm>
                <a:off x="5542111" y="3051927"/>
                <a:ext cx="33161" cy="33199"/>
              </a:xfrm>
              <a:custGeom>
                <a:rect b="b" l="l" r="r" t="t"/>
                <a:pathLst>
                  <a:path extrusionOk="0" h="33199" w="33161">
                    <a:moveTo>
                      <a:pt x="31668" y="23441"/>
                    </a:moveTo>
                    <a:cubicBezTo>
                      <a:pt x="27867" y="31802"/>
                      <a:pt x="18081" y="35507"/>
                      <a:pt x="9719" y="31707"/>
                    </a:cubicBezTo>
                    <a:cubicBezTo>
                      <a:pt x="1357" y="27906"/>
                      <a:pt x="-2253" y="18120"/>
                      <a:pt x="1452" y="9759"/>
                    </a:cubicBezTo>
                    <a:cubicBezTo>
                      <a:pt x="5253" y="1398"/>
                      <a:pt x="15040" y="-2307"/>
                      <a:pt x="23402" y="1493"/>
                    </a:cubicBezTo>
                    <a:cubicBezTo>
                      <a:pt x="31763" y="5294"/>
                      <a:pt x="35469" y="15080"/>
                      <a:pt x="31668" y="23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24"/>
              <p:cNvSpPr/>
              <p:nvPr/>
            </p:nvSpPr>
            <p:spPr>
              <a:xfrm>
                <a:off x="5801538" y="2582544"/>
                <a:ext cx="34586" cy="360282"/>
              </a:xfrm>
              <a:custGeom>
                <a:rect b="b" l="l" r="r" t="t"/>
                <a:pathLst>
                  <a:path extrusionOk="0" h="360282" w="34586">
                    <a:moveTo>
                      <a:pt x="0" y="0"/>
                    </a:moveTo>
                    <a:lnTo>
                      <a:pt x="34587" y="3602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4"/>
              <p:cNvSpPr/>
              <p:nvPr/>
            </p:nvSpPr>
            <p:spPr>
              <a:xfrm>
                <a:off x="5819494" y="2926292"/>
                <a:ext cx="33167" cy="33164"/>
              </a:xfrm>
              <a:custGeom>
                <a:rect b="b" l="l" r="r" t="t"/>
                <a:pathLst>
                  <a:path extrusionOk="0" h="33164" w="33167">
                    <a:moveTo>
                      <a:pt x="573" y="20905"/>
                    </a:moveTo>
                    <a:cubicBezTo>
                      <a:pt x="2948" y="29741"/>
                      <a:pt x="12070" y="34967"/>
                      <a:pt x="20907" y="32592"/>
                    </a:cubicBezTo>
                    <a:cubicBezTo>
                      <a:pt x="29744" y="30216"/>
                      <a:pt x="34970" y="21095"/>
                      <a:pt x="32594" y="12259"/>
                    </a:cubicBezTo>
                    <a:cubicBezTo>
                      <a:pt x="30219" y="3423"/>
                      <a:pt x="21097" y="-1802"/>
                      <a:pt x="12260" y="573"/>
                    </a:cubicBezTo>
                    <a:cubicBezTo>
                      <a:pt x="3424" y="2948"/>
                      <a:pt x="-1802" y="12069"/>
                      <a:pt x="573" y="209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4"/>
              <p:cNvSpPr/>
              <p:nvPr/>
            </p:nvSpPr>
            <p:spPr>
              <a:xfrm>
                <a:off x="5801538" y="2582544"/>
                <a:ext cx="301587" cy="163609"/>
              </a:xfrm>
              <a:custGeom>
                <a:rect b="b" l="l" r="r" t="t"/>
                <a:pathLst>
                  <a:path extrusionOk="0" h="163609" w="301587">
                    <a:moveTo>
                      <a:pt x="0" y="0"/>
                    </a:moveTo>
                    <a:lnTo>
                      <a:pt x="301588" y="16360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4"/>
              <p:cNvSpPr/>
              <p:nvPr/>
            </p:nvSpPr>
            <p:spPr>
              <a:xfrm>
                <a:off x="6086443" y="2729567"/>
                <a:ext cx="33157" cy="33077"/>
              </a:xfrm>
              <a:custGeom>
                <a:rect b="b" l="l" r="r" t="t"/>
                <a:pathLst>
                  <a:path extrusionOk="0" h="33077" w="33157">
                    <a:moveTo>
                      <a:pt x="27040" y="3665"/>
                    </a:moveTo>
                    <a:cubicBezTo>
                      <a:pt x="34166" y="9461"/>
                      <a:pt x="35211" y="19817"/>
                      <a:pt x="29415" y="26943"/>
                    </a:cubicBezTo>
                    <a:cubicBezTo>
                      <a:pt x="23619" y="34069"/>
                      <a:pt x="13262" y="35114"/>
                      <a:pt x="6136" y="29413"/>
                    </a:cubicBezTo>
                    <a:cubicBezTo>
                      <a:pt x="-991" y="23617"/>
                      <a:pt x="-2036" y="13261"/>
                      <a:pt x="3665" y="6135"/>
                    </a:cubicBezTo>
                    <a:cubicBezTo>
                      <a:pt x="9461" y="-991"/>
                      <a:pt x="19913" y="-2036"/>
                      <a:pt x="26945" y="36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4"/>
              <p:cNvSpPr/>
              <p:nvPr/>
            </p:nvSpPr>
            <p:spPr>
              <a:xfrm>
                <a:off x="5801538" y="2582544"/>
                <a:ext cx="493524" cy="75628"/>
              </a:xfrm>
              <a:custGeom>
                <a:rect b="b" l="l" r="r" t="t"/>
                <a:pathLst>
                  <a:path extrusionOk="0" h="75628" w="493524">
                    <a:moveTo>
                      <a:pt x="0" y="0"/>
                    </a:moveTo>
                    <a:lnTo>
                      <a:pt x="493525" y="756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4"/>
              <p:cNvSpPr/>
              <p:nvPr/>
            </p:nvSpPr>
            <p:spPr>
              <a:xfrm>
                <a:off x="6278620" y="2641627"/>
                <a:ext cx="33074" cy="33082"/>
              </a:xfrm>
              <a:custGeom>
                <a:rect b="b" l="l" r="r" t="t"/>
                <a:pathLst>
                  <a:path extrusionOk="0" h="33082" w="33074">
                    <a:moveTo>
                      <a:pt x="22143" y="32128"/>
                    </a:moveTo>
                    <a:cubicBezTo>
                      <a:pt x="30695" y="28993"/>
                      <a:pt x="35161" y="19492"/>
                      <a:pt x="32120" y="10941"/>
                    </a:cubicBezTo>
                    <a:cubicBezTo>
                      <a:pt x="28985" y="2295"/>
                      <a:pt x="19483" y="-2076"/>
                      <a:pt x="10931" y="964"/>
                    </a:cubicBezTo>
                    <a:cubicBezTo>
                      <a:pt x="2380" y="4100"/>
                      <a:pt x="-2086" y="13601"/>
                      <a:pt x="954" y="22152"/>
                    </a:cubicBezTo>
                    <a:cubicBezTo>
                      <a:pt x="4090" y="30703"/>
                      <a:pt x="13592" y="35169"/>
                      <a:pt x="22143" y="32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24"/>
              <p:cNvSpPr/>
              <p:nvPr/>
            </p:nvSpPr>
            <p:spPr>
              <a:xfrm>
                <a:off x="5801538" y="2522307"/>
                <a:ext cx="310329" cy="60237"/>
              </a:xfrm>
              <a:custGeom>
                <a:rect b="b" l="l" r="r" t="t"/>
                <a:pathLst>
                  <a:path extrusionOk="0" h="60237" w="310329">
                    <a:moveTo>
                      <a:pt x="0" y="60237"/>
                    </a:moveTo>
                    <a:lnTo>
                      <a:pt x="31033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24"/>
              <p:cNvSpPr/>
              <p:nvPr/>
            </p:nvSpPr>
            <p:spPr>
              <a:xfrm>
                <a:off x="6095279" y="2505815"/>
                <a:ext cx="33082" cy="33181"/>
              </a:xfrm>
              <a:custGeom>
                <a:rect b="b" l="l" r="r" t="t"/>
                <a:pathLst>
                  <a:path extrusionOk="0" h="33181" w="33082">
                    <a:moveTo>
                      <a:pt x="11647" y="720"/>
                    </a:moveTo>
                    <a:cubicBezTo>
                      <a:pt x="20389" y="-1940"/>
                      <a:pt x="29606" y="3000"/>
                      <a:pt x="32361" y="11741"/>
                    </a:cubicBezTo>
                    <a:cubicBezTo>
                      <a:pt x="35022" y="20483"/>
                      <a:pt x="30081" y="29794"/>
                      <a:pt x="21434" y="32454"/>
                    </a:cubicBezTo>
                    <a:cubicBezTo>
                      <a:pt x="12692" y="35114"/>
                      <a:pt x="3476" y="30269"/>
                      <a:pt x="720" y="21433"/>
                    </a:cubicBezTo>
                    <a:cubicBezTo>
                      <a:pt x="-1940" y="12692"/>
                      <a:pt x="3001" y="3380"/>
                      <a:pt x="11742" y="7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4"/>
              <p:cNvSpPr/>
              <p:nvPr/>
            </p:nvSpPr>
            <p:spPr>
              <a:xfrm>
                <a:off x="5801538" y="2334755"/>
                <a:ext cx="351757" cy="247789"/>
              </a:xfrm>
              <a:custGeom>
                <a:rect b="b" l="l" r="r" t="t"/>
                <a:pathLst>
                  <a:path extrusionOk="0" h="247789" w="351757">
                    <a:moveTo>
                      <a:pt x="0" y="247789"/>
                    </a:moveTo>
                    <a:lnTo>
                      <a:pt x="351758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4"/>
              <p:cNvSpPr/>
              <p:nvPr/>
            </p:nvSpPr>
            <p:spPr>
              <a:xfrm>
                <a:off x="6136778" y="2318143"/>
                <a:ext cx="33129" cy="33127"/>
              </a:xfrm>
              <a:custGeom>
                <a:rect b="b" l="l" r="r" t="t"/>
                <a:pathLst>
                  <a:path extrusionOk="0" h="33127" w="33129">
                    <a:moveTo>
                      <a:pt x="27539" y="28963"/>
                    </a:moveTo>
                    <a:cubicBezTo>
                      <a:pt x="34381" y="22882"/>
                      <a:pt x="35046" y="12431"/>
                      <a:pt x="28965" y="5590"/>
                    </a:cubicBezTo>
                    <a:cubicBezTo>
                      <a:pt x="22884" y="-1251"/>
                      <a:pt x="12432" y="-1916"/>
                      <a:pt x="5590" y="4165"/>
                    </a:cubicBezTo>
                    <a:cubicBezTo>
                      <a:pt x="-1251" y="10245"/>
                      <a:pt x="-1916" y="20697"/>
                      <a:pt x="4165" y="27537"/>
                    </a:cubicBezTo>
                    <a:cubicBezTo>
                      <a:pt x="10246" y="34378"/>
                      <a:pt x="20698" y="35043"/>
                      <a:pt x="27539" y="289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4"/>
              <p:cNvSpPr/>
              <p:nvPr/>
            </p:nvSpPr>
            <p:spPr>
              <a:xfrm>
                <a:off x="5801538" y="2318223"/>
                <a:ext cx="185380" cy="264321"/>
              </a:xfrm>
              <a:custGeom>
                <a:rect b="b" l="l" r="r" t="t"/>
                <a:pathLst>
                  <a:path extrusionOk="0" h="264321" w="185380">
                    <a:moveTo>
                      <a:pt x="0" y="264321"/>
                    </a:moveTo>
                    <a:lnTo>
                      <a:pt x="185381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4"/>
              <p:cNvSpPr/>
              <p:nvPr/>
            </p:nvSpPr>
            <p:spPr>
              <a:xfrm>
                <a:off x="5970434" y="2301644"/>
                <a:ext cx="33064" cy="33062"/>
              </a:xfrm>
              <a:custGeom>
                <a:rect b="b" l="l" r="r" t="t"/>
                <a:pathLst>
                  <a:path extrusionOk="0" h="33062" w="33064">
                    <a:moveTo>
                      <a:pt x="3277" y="6602"/>
                    </a:moveTo>
                    <a:cubicBezTo>
                      <a:pt x="8788" y="-713"/>
                      <a:pt x="19145" y="-2139"/>
                      <a:pt x="26462" y="3277"/>
                    </a:cubicBezTo>
                    <a:cubicBezTo>
                      <a:pt x="33778" y="8788"/>
                      <a:pt x="35203" y="19144"/>
                      <a:pt x="29787" y="26460"/>
                    </a:cubicBezTo>
                    <a:cubicBezTo>
                      <a:pt x="24276" y="33776"/>
                      <a:pt x="13919" y="35201"/>
                      <a:pt x="6603" y="29785"/>
                    </a:cubicBezTo>
                    <a:cubicBezTo>
                      <a:pt x="-713" y="24275"/>
                      <a:pt x="-2139" y="13918"/>
                      <a:pt x="3277" y="66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4"/>
              <p:cNvSpPr/>
              <p:nvPr/>
            </p:nvSpPr>
            <p:spPr>
              <a:xfrm>
                <a:off x="5751273" y="2429006"/>
                <a:ext cx="50264" cy="153538"/>
              </a:xfrm>
              <a:custGeom>
                <a:rect b="b" l="l" r="r" t="t"/>
                <a:pathLst>
                  <a:path extrusionOk="0" h="153538" w="50264">
                    <a:moveTo>
                      <a:pt x="50265" y="15353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4"/>
              <p:cNvSpPr/>
              <p:nvPr/>
            </p:nvSpPr>
            <p:spPr>
              <a:xfrm>
                <a:off x="5734608" y="2412437"/>
                <a:ext cx="33140" cy="33137"/>
              </a:xfrm>
              <a:custGeom>
                <a:rect b="b" l="l" r="r" t="t"/>
                <a:pathLst>
                  <a:path extrusionOk="0" h="33137" w="33140">
                    <a:moveTo>
                      <a:pt x="31393" y="9158"/>
                    </a:moveTo>
                    <a:cubicBezTo>
                      <a:pt x="27307" y="987"/>
                      <a:pt x="17330" y="-2338"/>
                      <a:pt x="9159" y="1747"/>
                    </a:cubicBezTo>
                    <a:cubicBezTo>
                      <a:pt x="987" y="5833"/>
                      <a:pt x="-2338" y="15809"/>
                      <a:pt x="1747" y="23980"/>
                    </a:cubicBezTo>
                    <a:cubicBezTo>
                      <a:pt x="5833" y="32151"/>
                      <a:pt x="15810" y="35476"/>
                      <a:pt x="23982" y="31391"/>
                    </a:cubicBezTo>
                    <a:cubicBezTo>
                      <a:pt x="32153" y="27305"/>
                      <a:pt x="35479" y="17329"/>
                      <a:pt x="31393" y="9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4"/>
              <p:cNvSpPr/>
              <p:nvPr/>
            </p:nvSpPr>
            <p:spPr>
              <a:xfrm>
                <a:off x="5645898" y="2364873"/>
                <a:ext cx="155639" cy="217670"/>
              </a:xfrm>
              <a:custGeom>
                <a:rect b="b" l="l" r="r" t="t"/>
                <a:pathLst>
                  <a:path extrusionOk="0" h="217670" w="155639">
                    <a:moveTo>
                      <a:pt x="155640" y="21767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4"/>
              <p:cNvSpPr/>
              <p:nvPr/>
            </p:nvSpPr>
            <p:spPr>
              <a:xfrm>
                <a:off x="5629348" y="2348230"/>
                <a:ext cx="33194" cy="33191"/>
              </a:xfrm>
              <a:custGeom>
                <a:rect b="b" l="l" r="r" t="t"/>
                <a:pathLst>
                  <a:path extrusionOk="0" h="33191" w="33194">
                    <a:moveTo>
                      <a:pt x="1347" y="23104"/>
                    </a:moveTo>
                    <a:cubicBezTo>
                      <a:pt x="-2264" y="14743"/>
                      <a:pt x="1632" y="4957"/>
                      <a:pt x="10088" y="1347"/>
                    </a:cubicBezTo>
                    <a:cubicBezTo>
                      <a:pt x="18545" y="-2264"/>
                      <a:pt x="28237" y="1632"/>
                      <a:pt x="31848" y="10088"/>
                    </a:cubicBezTo>
                    <a:cubicBezTo>
                      <a:pt x="35458" y="18449"/>
                      <a:pt x="31563" y="28235"/>
                      <a:pt x="23106" y="31845"/>
                    </a:cubicBezTo>
                    <a:cubicBezTo>
                      <a:pt x="14649" y="35456"/>
                      <a:pt x="4958" y="31560"/>
                      <a:pt x="1347" y="231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4"/>
              <p:cNvSpPr/>
              <p:nvPr/>
            </p:nvSpPr>
            <p:spPr>
              <a:xfrm>
                <a:off x="5484937" y="2281263"/>
                <a:ext cx="316600" cy="301280"/>
              </a:xfrm>
              <a:custGeom>
                <a:rect b="b" l="l" r="r" t="t"/>
                <a:pathLst>
                  <a:path extrusionOk="0" h="301280" w="316600">
                    <a:moveTo>
                      <a:pt x="316601" y="30128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4"/>
              <p:cNvSpPr/>
              <p:nvPr/>
            </p:nvSpPr>
            <p:spPr>
              <a:xfrm>
                <a:off x="5468369" y="2264696"/>
                <a:ext cx="33136" cy="33133"/>
              </a:xfrm>
              <a:custGeom>
                <a:rect b="b" l="l" r="r" t="t"/>
                <a:pathLst>
                  <a:path extrusionOk="0" h="33133" w="33136">
                    <a:moveTo>
                      <a:pt x="24360" y="1935"/>
                    </a:moveTo>
                    <a:cubicBezTo>
                      <a:pt x="16283" y="-2340"/>
                      <a:pt x="6211" y="700"/>
                      <a:pt x="1935" y="8776"/>
                    </a:cubicBezTo>
                    <a:cubicBezTo>
                      <a:pt x="-2341" y="16852"/>
                      <a:pt x="700" y="26828"/>
                      <a:pt x="8777" y="31199"/>
                    </a:cubicBezTo>
                    <a:cubicBezTo>
                      <a:pt x="16853" y="35474"/>
                      <a:pt x="26830" y="32434"/>
                      <a:pt x="31201" y="24358"/>
                    </a:cubicBezTo>
                    <a:cubicBezTo>
                      <a:pt x="35477" y="16282"/>
                      <a:pt x="32436" y="6306"/>
                      <a:pt x="24360" y="19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4"/>
              <p:cNvSpPr/>
              <p:nvPr/>
            </p:nvSpPr>
            <p:spPr>
              <a:xfrm>
                <a:off x="5451776" y="2462165"/>
                <a:ext cx="349762" cy="120379"/>
              </a:xfrm>
              <a:custGeom>
                <a:rect b="b" l="l" r="r" t="t"/>
                <a:pathLst>
                  <a:path extrusionOk="0" h="120379" w="349762">
                    <a:moveTo>
                      <a:pt x="349762" y="120379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4"/>
              <p:cNvSpPr/>
              <p:nvPr/>
            </p:nvSpPr>
            <p:spPr>
              <a:xfrm>
                <a:off x="5435266" y="2445562"/>
                <a:ext cx="33079" cy="33077"/>
              </a:xfrm>
              <a:custGeom>
                <a:rect b="b" l="l" r="r" t="t"/>
                <a:pathLst>
                  <a:path extrusionOk="0" h="33077" w="33079">
                    <a:moveTo>
                      <a:pt x="9193" y="31425"/>
                    </a:moveTo>
                    <a:cubicBezTo>
                      <a:pt x="1021" y="27339"/>
                      <a:pt x="-2304" y="17458"/>
                      <a:pt x="1687" y="9192"/>
                    </a:cubicBezTo>
                    <a:cubicBezTo>
                      <a:pt x="5772" y="1021"/>
                      <a:pt x="15654" y="-2304"/>
                      <a:pt x="23921" y="1686"/>
                    </a:cubicBezTo>
                    <a:cubicBezTo>
                      <a:pt x="32092" y="5772"/>
                      <a:pt x="35418" y="15653"/>
                      <a:pt x="31332" y="23919"/>
                    </a:cubicBezTo>
                    <a:cubicBezTo>
                      <a:pt x="27246" y="32090"/>
                      <a:pt x="17365" y="35415"/>
                      <a:pt x="9098" y="313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" name="Google Shape;632;p24"/>
            <p:cNvGrpSpPr/>
            <p:nvPr/>
          </p:nvGrpSpPr>
          <p:grpSpPr>
            <a:xfrm>
              <a:off x="668085" y="94513"/>
              <a:ext cx="2095205" cy="350538"/>
              <a:chOff x="1550610" y="4704238"/>
              <a:chExt cx="2095205" cy="350538"/>
            </a:xfrm>
          </p:grpSpPr>
          <p:grpSp>
            <p:nvGrpSpPr>
              <p:cNvPr id="633" name="Google Shape;633;p24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634" name="Google Shape;634;p24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635" name="Google Shape;635;p24"/>
                <p:cNvCxnSpPr>
                  <a:stCxn id="634" idx="6"/>
                  <a:endCxn id="636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36" name="Google Shape;636;p24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637" name="Google Shape;637;p24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638" name="Google Shape;638;p24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639" name="Google Shape;639;p24"/>
                <p:cNvCxnSpPr>
                  <a:stCxn id="638" idx="6"/>
                  <a:endCxn id="640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40" name="Google Shape;640;p24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oHXUQN5mF1ih4IcYYAJVZHC4teNaRtvP/view" TargetMode="Externa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5"/>
          <p:cNvSpPr txBox="1"/>
          <p:nvPr>
            <p:ph type="ctrTitle"/>
          </p:nvPr>
        </p:nvSpPr>
        <p:spPr>
          <a:xfrm>
            <a:off x="311700" y="744575"/>
            <a:ext cx="8520600" cy="14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RobinReal Challenge </a:t>
            </a:r>
            <a:endParaRPr/>
          </a:p>
        </p:txBody>
      </p:sp>
      <p:sp>
        <p:nvSpPr>
          <p:cNvPr id="646" name="Google Shape;646;p25"/>
          <p:cNvSpPr txBox="1"/>
          <p:nvPr>
            <p:ph idx="1" type="subTitle"/>
          </p:nvPr>
        </p:nvSpPr>
        <p:spPr>
          <a:xfrm>
            <a:off x="311700" y="2952475"/>
            <a:ext cx="8520600" cy="18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Cedric Schmid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Frederic Khayat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Jad Moukaddam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William Jabbour</a:t>
            </a:r>
            <a:endParaRPr sz="2400"/>
          </a:p>
        </p:txBody>
      </p:sp>
      <p:grpSp>
        <p:nvGrpSpPr>
          <p:cNvPr id="647" name="Google Shape;647;p25"/>
          <p:cNvGrpSpPr/>
          <p:nvPr/>
        </p:nvGrpSpPr>
        <p:grpSpPr>
          <a:xfrm>
            <a:off x="777005" y="768108"/>
            <a:ext cx="469058" cy="448115"/>
            <a:chOff x="5348931" y="2165350"/>
            <a:chExt cx="962763" cy="919776"/>
          </a:xfrm>
        </p:grpSpPr>
        <p:sp>
          <p:nvSpPr>
            <p:cNvPr id="648" name="Google Shape;648;p25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25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5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25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5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5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5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5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5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25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25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25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25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25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25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25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25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25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25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25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25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25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25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25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5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5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25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rgbClr val="FF9900"/>
            </a:solidFill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6"/>
          <p:cNvSpPr/>
          <p:nvPr/>
        </p:nvSpPr>
        <p:spPr>
          <a:xfrm>
            <a:off x="5558825" y="2592050"/>
            <a:ext cx="1429500" cy="358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1964750" y="2592050"/>
            <a:ext cx="894300" cy="358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2891225" y="2592050"/>
            <a:ext cx="1749300" cy="35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3330500" y="2212950"/>
            <a:ext cx="838500" cy="35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6357500" y="2212950"/>
            <a:ext cx="1110600" cy="358800"/>
          </a:xfrm>
          <a:prstGeom prst="rect">
            <a:avLst/>
          </a:prstGeom>
          <a:gradFill>
            <a:gsLst>
              <a:gs pos="0">
                <a:srgbClr val="F4CCCC"/>
              </a:gs>
              <a:gs pos="100000">
                <a:srgbClr val="D9EAD3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687" name="Google Shape;687;p26"/>
          <p:cNvCxnSpPr>
            <a:stCxn id="683" idx="2"/>
            <a:endCxn id="688" idx="0"/>
          </p:cNvCxnSpPr>
          <p:nvPr/>
        </p:nvCxnSpPr>
        <p:spPr>
          <a:xfrm>
            <a:off x="2411900" y="2950850"/>
            <a:ext cx="275700" cy="89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26"/>
          <p:cNvCxnSpPr>
            <a:stCxn id="682" idx="2"/>
            <a:endCxn id="688" idx="0"/>
          </p:cNvCxnSpPr>
          <p:nvPr/>
        </p:nvCxnSpPr>
        <p:spPr>
          <a:xfrm flipH="1">
            <a:off x="2687675" y="2950850"/>
            <a:ext cx="3585900" cy="89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8" name="Google Shape;688;p26"/>
          <p:cNvSpPr txBox="1"/>
          <p:nvPr/>
        </p:nvSpPr>
        <p:spPr>
          <a:xfrm>
            <a:off x="1828979" y="3849650"/>
            <a:ext cx="1717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Hard Filtering</a:t>
            </a:r>
            <a:br>
              <a:rPr b="1" lang="fr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r>
              <a:rPr lang="fr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Database Filter</a:t>
            </a:r>
            <a:r>
              <a:rPr b="1" lang="fr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690" name="Google Shape;690;p26"/>
          <p:cNvCxnSpPr>
            <a:stCxn id="684" idx="2"/>
            <a:endCxn id="691" idx="0"/>
          </p:cNvCxnSpPr>
          <p:nvPr/>
        </p:nvCxnSpPr>
        <p:spPr>
          <a:xfrm>
            <a:off x="3765875" y="2950850"/>
            <a:ext cx="2112000" cy="8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1" name="Google Shape;691;p26"/>
          <p:cNvSpPr txBox="1"/>
          <p:nvPr/>
        </p:nvSpPr>
        <p:spPr>
          <a:xfrm>
            <a:off x="4572000" y="3798100"/>
            <a:ext cx="261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Closeness Analysis</a:t>
            </a:r>
            <a:br>
              <a:rPr b="1"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Location Extraction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Open Street Map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2" name="Google Shape;6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215" y="3801547"/>
            <a:ext cx="662700" cy="6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4025" y="3810169"/>
            <a:ext cx="686623" cy="6866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4" name="Google Shape;694;p26"/>
          <p:cNvCxnSpPr>
            <a:stCxn id="686" idx="0"/>
            <a:endCxn id="695" idx="2"/>
          </p:cNvCxnSpPr>
          <p:nvPr/>
        </p:nvCxnSpPr>
        <p:spPr>
          <a:xfrm rot="10800000">
            <a:off x="6597500" y="1395750"/>
            <a:ext cx="315300" cy="81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5" name="Google Shape;695;p26"/>
          <p:cNvSpPr txBox="1"/>
          <p:nvPr/>
        </p:nvSpPr>
        <p:spPr>
          <a:xfrm>
            <a:off x="5291450" y="828692"/>
            <a:ext cx="261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Data Enrichment</a:t>
            </a:r>
            <a:br>
              <a:rPr b="1" lang="fr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r>
              <a:rPr lang="fr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Extract Tags from Description</a:t>
            </a:r>
            <a:endParaRPr sz="13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696" name="Google Shape;696;p26"/>
          <p:cNvCxnSpPr>
            <a:stCxn id="685" idx="0"/>
            <a:endCxn id="697" idx="2"/>
          </p:cNvCxnSpPr>
          <p:nvPr/>
        </p:nvCxnSpPr>
        <p:spPr>
          <a:xfrm rot="10800000">
            <a:off x="3255050" y="1342050"/>
            <a:ext cx="494700" cy="87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7" name="Google Shape;697;p26"/>
          <p:cNvSpPr txBox="1"/>
          <p:nvPr/>
        </p:nvSpPr>
        <p:spPr>
          <a:xfrm>
            <a:off x="1949025" y="655300"/>
            <a:ext cx="26118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Similarity Search</a:t>
            </a:r>
            <a:br>
              <a:rPr b="1" lang="fr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r>
              <a:rPr lang="fr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Embedded images/descriptions enables similarity search</a:t>
            </a:r>
            <a:endParaRPr sz="13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8" name="Google Shape;69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4758" y="410540"/>
            <a:ext cx="561398" cy="561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4757" y="971942"/>
            <a:ext cx="561398" cy="561398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26"/>
          <p:cNvSpPr/>
          <p:nvPr/>
        </p:nvSpPr>
        <p:spPr>
          <a:xfrm>
            <a:off x="4224794" y="2212950"/>
            <a:ext cx="1429500" cy="358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701" name="Google Shape;701;p26"/>
          <p:cNvCxnSpPr>
            <a:stCxn id="700" idx="2"/>
            <a:endCxn id="688" idx="0"/>
          </p:cNvCxnSpPr>
          <p:nvPr/>
        </p:nvCxnSpPr>
        <p:spPr>
          <a:xfrm flipH="1">
            <a:off x="2687444" y="2571750"/>
            <a:ext cx="2252100" cy="127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" name="Google Shape;702;p26"/>
          <p:cNvSpPr txBox="1"/>
          <p:nvPr/>
        </p:nvSpPr>
        <p:spPr>
          <a:xfrm>
            <a:off x="1078225" y="2116500"/>
            <a:ext cx="69876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“Looking for a bright </a:t>
            </a:r>
            <a:r>
              <a:rPr lang="fr" sz="25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apartment</a:t>
            </a:r>
            <a:r>
              <a:rPr lang="fr" sz="25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with balcony in Zurich close to ETH under 3000 CHF.”</a:t>
            </a:r>
            <a:endParaRPr sz="25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03" name="Google Shape;703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2058" y="779012"/>
            <a:ext cx="686623" cy="686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02191" y="3789850"/>
            <a:ext cx="686623" cy="686623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26"/>
          <p:cNvSpPr txBox="1"/>
          <p:nvPr/>
        </p:nvSpPr>
        <p:spPr>
          <a:xfrm>
            <a:off x="7692011" y="1432029"/>
            <a:ext cx="6867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Haiku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06" name="Google Shape;706;p26" title="ranki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505010">
            <a:off x="2062913" y="1132688"/>
            <a:ext cx="5648123" cy="3177077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26"/>
          <p:cNvSpPr txBox="1"/>
          <p:nvPr/>
        </p:nvSpPr>
        <p:spPr>
          <a:xfrm rot="-506559">
            <a:off x="2364204" y="626725"/>
            <a:ext cx="5662058" cy="1696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700">
                <a:solidFill>
                  <a:schemeClr val="lt1"/>
                </a:solidFill>
                <a:highlight>
                  <a:srgbClr val="434343"/>
                </a:highlight>
                <a:latin typeface="Inter Tight"/>
                <a:ea typeface="Inter Tight"/>
                <a:cs typeface="Inter Tight"/>
                <a:sym typeface="Inter Tight"/>
              </a:rPr>
              <a:t>Scoring Function</a:t>
            </a:r>
            <a:endParaRPr b="1" sz="4700">
              <a:solidFill>
                <a:schemeClr val="lt1"/>
              </a:solidFill>
              <a:highlight>
                <a:srgbClr val="434343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08" name="Google Shape;708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34753" y="779000"/>
            <a:ext cx="6374241" cy="358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7"/>
          <p:cNvSpPr txBox="1"/>
          <p:nvPr>
            <p:ph idx="4294967295" type="title"/>
          </p:nvPr>
        </p:nvSpPr>
        <p:spPr>
          <a:xfrm>
            <a:off x="722400" y="386325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Workflow showcase</a:t>
            </a:r>
            <a:endParaRPr/>
          </a:p>
        </p:txBody>
      </p:sp>
      <p:sp>
        <p:nvSpPr>
          <p:cNvPr id="714" name="Google Shape;714;p27"/>
          <p:cNvSpPr/>
          <p:nvPr/>
        </p:nvSpPr>
        <p:spPr>
          <a:xfrm>
            <a:off x="332122" y="1339965"/>
            <a:ext cx="2025000" cy="124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User prompt: 2.5 to 3 room bright apartment in Zurich with balcony under 3200 CHF. Preferably </a:t>
            </a: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close to ETH, pet friendly and under 80m²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15" name="Google Shape;715;p27"/>
          <p:cNvSpPr/>
          <p:nvPr/>
        </p:nvSpPr>
        <p:spPr>
          <a:xfrm>
            <a:off x="3689568" y="1339965"/>
            <a:ext cx="2025000" cy="124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Hard filters: Zurich, balcony, 3200CHF, apartment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Soft filters: Bright, close to ETH, pet friendly, 80</a:t>
            </a: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m²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716" name="Google Shape;716;p27"/>
          <p:cNvCxnSpPr>
            <a:stCxn id="714" idx="3"/>
            <a:endCxn id="715" idx="1"/>
          </p:cNvCxnSpPr>
          <p:nvPr/>
        </p:nvCxnSpPr>
        <p:spPr>
          <a:xfrm>
            <a:off x="2357122" y="1961565"/>
            <a:ext cx="1332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7" name="Google Shape;717;p27"/>
          <p:cNvSpPr txBox="1"/>
          <p:nvPr/>
        </p:nvSpPr>
        <p:spPr>
          <a:xfrm>
            <a:off x="2487754" y="1189015"/>
            <a:ext cx="1048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18" name="Google Shape;718;p27"/>
          <p:cNvSpPr txBox="1"/>
          <p:nvPr/>
        </p:nvSpPr>
        <p:spPr>
          <a:xfrm>
            <a:off x="2419255" y="1274665"/>
            <a:ext cx="1208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Extract filters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Claude API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719" name="Google Shape;719;p27"/>
          <p:cNvCxnSpPr>
            <a:stCxn id="715" idx="1"/>
            <a:endCxn id="715" idx="3"/>
          </p:cNvCxnSpPr>
          <p:nvPr/>
        </p:nvCxnSpPr>
        <p:spPr>
          <a:xfrm>
            <a:off x="3689568" y="1961565"/>
            <a:ext cx="2025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27"/>
          <p:cNvCxnSpPr>
            <a:stCxn id="715" idx="3"/>
            <a:endCxn id="721" idx="1"/>
          </p:cNvCxnSpPr>
          <p:nvPr/>
        </p:nvCxnSpPr>
        <p:spPr>
          <a:xfrm>
            <a:off x="5714568" y="1961565"/>
            <a:ext cx="1270200" cy="114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2" name="Google Shape;722;p27"/>
          <p:cNvSpPr txBox="1"/>
          <p:nvPr/>
        </p:nvSpPr>
        <p:spPr>
          <a:xfrm>
            <a:off x="5776702" y="1274665"/>
            <a:ext cx="1208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Dynamic Hard Filtering - SQL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21" name="Google Shape;721;p27"/>
          <p:cNvSpPr/>
          <p:nvPr/>
        </p:nvSpPr>
        <p:spPr>
          <a:xfrm>
            <a:off x="6984769" y="1351306"/>
            <a:ext cx="1777800" cy="124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Subset of candidates for reranking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23" name="Google Shape;723;p27"/>
          <p:cNvSpPr/>
          <p:nvPr/>
        </p:nvSpPr>
        <p:spPr>
          <a:xfrm>
            <a:off x="6984775" y="3273040"/>
            <a:ext cx="1777800" cy="137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Generate scores for: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nter Tight"/>
              <a:buChar char="●"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Dynamic POI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nter Tight"/>
              <a:buChar char="●"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Images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nter Tight"/>
              <a:buChar char="●"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Text alignment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nter Tight"/>
              <a:buChar char="●"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Numerical alignment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nter Tight"/>
              <a:buChar char="●"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Feature flags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724" name="Google Shape;724;p27"/>
          <p:cNvCxnSpPr>
            <a:stCxn id="721" idx="2"/>
            <a:endCxn id="723" idx="0"/>
          </p:cNvCxnSpPr>
          <p:nvPr/>
        </p:nvCxnSpPr>
        <p:spPr>
          <a:xfrm>
            <a:off x="7873669" y="2594506"/>
            <a:ext cx="0" cy="6786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27"/>
          <p:cNvSpPr/>
          <p:nvPr/>
        </p:nvSpPr>
        <p:spPr>
          <a:xfrm>
            <a:off x="3689575" y="3273115"/>
            <a:ext cx="2087100" cy="148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Build weighted score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726" name="Google Shape;726;p27"/>
          <p:cNvCxnSpPr/>
          <p:nvPr/>
        </p:nvCxnSpPr>
        <p:spPr>
          <a:xfrm rot="10800000">
            <a:off x="5790700" y="3383865"/>
            <a:ext cx="1192200" cy="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p27"/>
          <p:cNvSpPr txBox="1"/>
          <p:nvPr/>
        </p:nvSpPr>
        <p:spPr>
          <a:xfrm>
            <a:off x="5776675" y="2986765"/>
            <a:ext cx="1541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POI: Close to ETH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728" name="Google Shape;728;p27"/>
          <p:cNvCxnSpPr/>
          <p:nvPr/>
        </p:nvCxnSpPr>
        <p:spPr>
          <a:xfrm rot="10800000">
            <a:off x="5784625" y="3738390"/>
            <a:ext cx="1192200" cy="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9" name="Google Shape;729;p27"/>
          <p:cNvSpPr txBox="1"/>
          <p:nvPr/>
        </p:nvSpPr>
        <p:spPr>
          <a:xfrm>
            <a:off x="5776675" y="3362577"/>
            <a:ext cx="1541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Images: Bright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30" name="Google Shape;730;p27"/>
          <p:cNvSpPr txBox="1"/>
          <p:nvPr/>
        </p:nvSpPr>
        <p:spPr>
          <a:xfrm>
            <a:off x="5776675" y="3738415"/>
            <a:ext cx="1541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Text alignment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731" name="Google Shape;731;p27"/>
          <p:cNvCxnSpPr/>
          <p:nvPr/>
        </p:nvCxnSpPr>
        <p:spPr>
          <a:xfrm rot="10800000">
            <a:off x="5790700" y="4063940"/>
            <a:ext cx="1192200" cy="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27"/>
          <p:cNvCxnSpPr/>
          <p:nvPr/>
        </p:nvCxnSpPr>
        <p:spPr>
          <a:xfrm rot="10800000">
            <a:off x="5790700" y="4389490"/>
            <a:ext cx="1192200" cy="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3" name="Google Shape;733;p27"/>
          <p:cNvSpPr txBox="1"/>
          <p:nvPr/>
        </p:nvSpPr>
        <p:spPr>
          <a:xfrm>
            <a:off x="5776675" y="4063940"/>
            <a:ext cx="1541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Numerical: 80m²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34" name="Google Shape;7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825" y="2597415"/>
            <a:ext cx="864000" cy="43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5" name="Google Shape;735;p27"/>
          <p:cNvCxnSpPr/>
          <p:nvPr/>
        </p:nvCxnSpPr>
        <p:spPr>
          <a:xfrm rot="10800000">
            <a:off x="5784625" y="4667790"/>
            <a:ext cx="1192200" cy="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6" name="Google Shape;736;p27"/>
          <p:cNvSpPr txBox="1"/>
          <p:nvPr/>
        </p:nvSpPr>
        <p:spPr>
          <a:xfrm>
            <a:off x="5737619" y="4365853"/>
            <a:ext cx="1541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Feature: pet friendly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301075" y="3393265"/>
            <a:ext cx="2087100" cy="124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Inter Tight"/>
                <a:ea typeface="Inter Tight"/>
                <a:cs typeface="Inter Tight"/>
                <a:sym typeface="Inter Tight"/>
              </a:rPr>
              <a:t>User can prompt modifications (conversation saved)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738" name="Google Shape;738;p27"/>
          <p:cNvCxnSpPr>
            <a:stCxn id="725" idx="1"/>
            <a:endCxn id="737" idx="3"/>
          </p:cNvCxnSpPr>
          <p:nvPr/>
        </p:nvCxnSpPr>
        <p:spPr>
          <a:xfrm rot="10800000">
            <a:off x="2388175" y="4014865"/>
            <a:ext cx="1301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39" name="Google Shape;73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0825" y="426329"/>
            <a:ext cx="1062161" cy="67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0" name="Google Shape;740;p27"/>
          <p:cNvCxnSpPr>
            <a:stCxn id="737" idx="0"/>
            <a:endCxn id="714" idx="2"/>
          </p:cNvCxnSpPr>
          <p:nvPr/>
        </p:nvCxnSpPr>
        <p:spPr>
          <a:xfrm rot="10800000">
            <a:off x="1344625" y="2583265"/>
            <a:ext cx="0" cy="8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41" name="Google Shape;74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125" y="1800925"/>
            <a:ext cx="1048500" cy="10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27"/>
          <p:cNvSpPr txBox="1"/>
          <p:nvPr/>
        </p:nvSpPr>
        <p:spPr>
          <a:xfrm>
            <a:off x="2407955" y="3362565"/>
            <a:ext cx="1208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Rank based on score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43" name="Google Shape;74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4850" y="2597409"/>
            <a:ext cx="431986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7"/>
          <p:cNvSpPr txBox="1"/>
          <p:nvPr/>
        </p:nvSpPr>
        <p:spPr>
          <a:xfrm>
            <a:off x="5586825" y="544350"/>
            <a:ext cx="104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Hosted 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/>
          <p:cNvSpPr txBox="1"/>
          <p:nvPr>
            <p:ph type="ctrTitle"/>
          </p:nvPr>
        </p:nvSpPr>
        <p:spPr>
          <a:xfrm>
            <a:off x="1982275" y="1507425"/>
            <a:ext cx="5179500" cy="15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8"/>
          <p:cNvSpPr txBox="1"/>
          <p:nvPr>
            <p:ph idx="1" type="subTitle"/>
          </p:nvPr>
        </p:nvSpPr>
        <p:spPr>
          <a:xfrm>
            <a:off x="1982375" y="3192628"/>
            <a:ext cx="51795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1" name="Google Shape;751;p28" title="Demo datath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326575"/>
            <a:ext cx="9144001" cy="5445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cal Advances in DNA by Slidesgo">
  <a:themeElements>
    <a:clrScheme name="Simple Light">
      <a:dk1>
        <a:srgbClr val="000000"/>
      </a:dk1>
      <a:lt1>
        <a:srgbClr val="FFFFFF"/>
      </a:lt1>
      <a:dk2>
        <a:srgbClr val="F0F2F6"/>
      </a:dk2>
      <a:lt2>
        <a:srgbClr val="D9DB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